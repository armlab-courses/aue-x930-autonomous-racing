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8" r:id="rId4"/>
  </p:sldMasterIdLst>
  <p:notesMasterIdLst>
    <p:notesMasterId r:id="rId17"/>
  </p:notesMasterIdLst>
  <p:sldIdLst>
    <p:sldId id="978" r:id="rId5"/>
    <p:sldId id="993" r:id="rId6"/>
    <p:sldId id="979" r:id="rId7"/>
    <p:sldId id="1000" r:id="rId8"/>
    <p:sldId id="999" r:id="rId9"/>
    <p:sldId id="996" r:id="rId10"/>
    <p:sldId id="1001" r:id="rId11"/>
    <p:sldId id="1002" r:id="rId12"/>
    <p:sldId id="997" r:id="rId13"/>
    <p:sldId id="1003" r:id="rId14"/>
    <p:sldId id="1004" r:id="rId15"/>
    <p:sldId id="992" r:id="rId16"/>
  </p:sldIdLst>
  <p:sldSz cx="12192000" cy="6858000"/>
  <p:notesSz cx="6858000" cy="27527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4ABA9A6-13F1-5F0D-ED5B-4B4226D34DCA}" name="Tanmay Samak" initials="TS" userId="S::tsamak@clemson.edu::20166025-7f22-4346-9b98-ec55ab787a0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6122"/>
    <a:srgbClr val="747474"/>
    <a:srgbClr val="FFFFFF"/>
    <a:srgbClr val="000000"/>
    <a:srgbClr val="7030A0"/>
    <a:srgbClr val="865640"/>
    <a:srgbClr val="BD582C"/>
    <a:srgbClr val="E48312"/>
    <a:srgbClr val="898989"/>
    <a:srgbClr val="90C2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65" autoAdjust="0"/>
    <p:restoredTop sz="95386" autoAdjust="0"/>
  </p:normalViewPr>
  <p:slideViewPr>
    <p:cSldViewPr snapToGrid="0">
      <p:cViewPr varScale="1">
        <p:scale>
          <a:sx n="89" d="100"/>
          <a:sy n="89" d="100"/>
        </p:scale>
        <p:origin x="1656" y="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inmay Samak" userId="5307509c-3a6e-47da-b024-dc6909734887" providerId="ADAL" clId="{6660D6DA-1C9A-4CAC-A2AF-123D6A528E70}"/>
    <pc:docChg chg="undo custSel addSld delSld modSld sldOrd">
      <pc:chgData name="Chinmay Samak" userId="5307509c-3a6e-47da-b024-dc6909734887" providerId="ADAL" clId="{6660D6DA-1C9A-4CAC-A2AF-123D6A528E70}" dt="2023-08-04T20:23:40.141" v="834" actId="20577"/>
      <pc:docMkLst>
        <pc:docMk/>
      </pc:docMkLst>
      <pc:sldChg chg="mod">
        <pc:chgData name="Chinmay Samak" userId="5307509c-3a6e-47da-b024-dc6909734887" providerId="ADAL" clId="{6660D6DA-1C9A-4CAC-A2AF-123D6A528E70}" dt="2023-08-04T20:02:37.302" v="657" actId="27918"/>
        <pc:sldMkLst>
          <pc:docMk/>
          <pc:sldMk cId="306691157" sldId="257"/>
        </pc:sldMkLst>
      </pc:sldChg>
      <pc:sldChg chg="addSp modSp mod">
        <pc:chgData name="Chinmay Samak" userId="5307509c-3a6e-47da-b024-dc6909734887" providerId="ADAL" clId="{6660D6DA-1C9A-4CAC-A2AF-123D6A528E70}" dt="2023-08-04T20:06:47.276" v="703" actId="208"/>
        <pc:sldMkLst>
          <pc:docMk/>
          <pc:sldMk cId="3527120456" sldId="277"/>
        </pc:sldMkLst>
        <pc:spChg chg="add mod">
          <ac:chgData name="Chinmay Samak" userId="5307509c-3a6e-47da-b024-dc6909734887" providerId="ADAL" clId="{6660D6DA-1C9A-4CAC-A2AF-123D6A528E70}" dt="2023-08-04T19:47:53.026" v="298" actId="20577"/>
          <ac:spMkLst>
            <pc:docMk/>
            <pc:sldMk cId="3527120456" sldId="277"/>
            <ac:spMk id="7" creationId="{6F3AA0CE-E100-723B-AB43-201032650ED2}"/>
          </ac:spMkLst>
        </pc:spChg>
        <pc:spChg chg="add mod">
          <ac:chgData name="Chinmay Samak" userId="5307509c-3a6e-47da-b024-dc6909734887" providerId="ADAL" clId="{6660D6DA-1C9A-4CAC-A2AF-123D6A528E70}" dt="2023-08-04T20:06:20.234" v="697"/>
          <ac:spMkLst>
            <pc:docMk/>
            <pc:sldMk cId="3527120456" sldId="277"/>
            <ac:spMk id="13" creationId="{7A229542-151B-F0CF-BF83-93DE64CC4952}"/>
          </ac:spMkLst>
        </pc:spChg>
        <pc:spChg chg="add mod">
          <ac:chgData name="Chinmay Samak" userId="5307509c-3a6e-47da-b024-dc6909734887" providerId="ADAL" clId="{6660D6DA-1C9A-4CAC-A2AF-123D6A528E70}" dt="2023-08-04T20:06:47.276" v="703" actId="208"/>
          <ac:spMkLst>
            <pc:docMk/>
            <pc:sldMk cId="3527120456" sldId="277"/>
            <ac:spMk id="14" creationId="{F995EF91-0C7F-B98A-9906-FAA47DF514CF}"/>
          </ac:spMkLst>
        </pc:spChg>
        <pc:spChg chg="add mod">
          <ac:chgData name="Chinmay Samak" userId="5307509c-3a6e-47da-b024-dc6909734887" providerId="ADAL" clId="{6660D6DA-1C9A-4CAC-A2AF-123D6A528E70}" dt="2023-08-04T20:06:20.234" v="697"/>
          <ac:spMkLst>
            <pc:docMk/>
            <pc:sldMk cId="3527120456" sldId="277"/>
            <ac:spMk id="15" creationId="{0083A322-E753-8E2B-A125-927C4878ECA1}"/>
          </ac:spMkLst>
        </pc:spChg>
        <pc:spChg chg="add mod">
          <ac:chgData name="Chinmay Samak" userId="5307509c-3a6e-47da-b024-dc6909734887" providerId="ADAL" clId="{6660D6DA-1C9A-4CAC-A2AF-123D6A528E70}" dt="2023-08-04T20:06:20.234" v="697"/>
          <ac:spMkLst>
            <pc:docMk/>
            <pc:sldMk cId="3527120456" sldId="277"/>
            <ac:spMk id="16" creationId="{C96B551D-67C0-97ED-DBB5-7F0485DEBD2B}"/>
          </ac:spMkLst>
        </pc:spChg>
        <pc:spChg chg="add mod">
          <ac:chgData name="Chinmay Samak" userId="5307509c-3a6e-47da-b024-dc6909734887" providerId="ADAL" clId="{6660D6DA-1C9A-4CAC-A2AF-123D6A528E70}" dt="2023-08-04T20:06:20.234" v="697"/>
          <ac:spMkLst>
            <pc:docMk/>
            <pc:sldMk cId="3527120456" sldId="277"/>
            <ac:spMk id="17" creationId="{AAD5D5E1-E2EE-FBE7-53BF-1B214DEAAE14}"/>
          </ac:spMkLst>
        </pc:spChg>
        <pc:spChg chg="add mod">
          <ac:chgData name="Chinmay Samak" userId="5307509c-3a6e-47da-b024-dc6909734887" providerId="ADAL" clId="{6660D6DA-1C9A-4CAC-A2AF-123D6A528E70}" dt="2023-08-04T20:06:30.867" v="699" actId="207"/>
          <ac:spMkLst>
            <pc:docMk/>
            <pc:sldMk cId="3527120456" sldId="277"/>
            <ac:spMk id="18" creationId="{5E67540F-B4C9-D067-04C4-4EC05C8600E0}"/>
          </ac:spMkLst>
        </pc:spChg>
        <pc:spChg chg="add mod">
          <ac:chgData name="Chinmay Samak" userId="5307509c-3a6e-47da-b024-dc6909734887" providerId="ADAL" clId="{6660D6DA-1C9A-4CAC-A2AF-123D6A528E70}" dt="2023-08-04T20:06:20.234" v="697"/>
          <ac:spMkLst>
            <pc:docMk/>
            <pc:sldMk cId="3527120456" sldId="277"/>
            <ac:spMk id="19" creationId="{B237A1EB-1C1D-B349-79E9-F44B2BAF01AC}"/>
          </ac:spMkLst>
        </pc:spChg>
        <pc:spChg chg="add mod">
          <ac:chgData name="Chinmay Samak" userId="5307509c-3a6e-47da-b024-dc6909734887" providerId="ADAL" clId="{6660D6DA-1C9A-4CAC-A2AF-123D6A528E70}" dt="2023-08-04T20:06:20.234" v="697"/>
          <ac:spMkLst>
            <pc:docMk/>
            <pc:sldMk cId="3527120456" sldId="277"/>
            <ac:spMk id="20" creationId="{93DF0198-391D-7451-F51D-B64477F03BD5}"/>
          </ac:spMkLst>
        </pc:spChg>
        <pc:cxnChg chg="add mod">
          <ac:chgData name="Chinmay Samak" userId="5307509c-3a6e-47da-b024-dc6909734887" providerId="ADAL" clId="{6660D6DA-1C9A-4CAC-A2AF-123D6A528E70}" dt="2023-08-04T20:06:20.234" v="697"/>
          <ac:cxnSpMkLst>
            <pc:docMk/>
            <pc:sldMk cId="3527120456" sldId="277"/>
            <ac:cxnSpMk id="8" creationId="{2CD8F2DD-56FD-C662-27A5-388AD36583F7}"/>
          </ac:cxnSpMkLst>
        </pc:cxnChg>
        <pc:cxnChg chg="add mod">
          <ac:chgData name="Chinmay Samak" userId="5307509c-3a6e-47da-b024-dc6909734887" providerId="ADAL" clId="{6660D6DA-1C9A-4CAC-A2AF-123D6A528E70}" dt="2023-08-04T20:06:47.276" v="703" actId="208"/>
          <ac:cxnSpMkLst>
            <pc:docMk/>
            <pc:sldMk cId="3527120456" sldId="277"/>
            <ac:cxnSpMk id="9" creationId="{1B222801-ED59-DF3C-F1B6-880CB86C5345}"/>
          </ac:cxnSpMkLst>
        </pc:cxnChg>
        <pc:cxnChg chg="add mod">
          <ac:chgData name="Chinmay Samak" userId="5307509c-3a6e-47da-b024-dc6909734887" providerId="ADAL" clId="{6660D6DA-1C9A-4CAC-A2AF-123D6A528E70}" dt="2023-08-04T20:06:20.234" v="697"/>
          <ac:cxnSpMkLst>
            <pc:docMk/>
            <pc:sldMk cId="3527120456" sldId="277"/>
            <ac:cxnSpMk id="10" creationId="{0735E662-31D0-C4E4-511B-3BD8CB4158D4}"/>
          </ac:cxnSpMkLst>
        </pc:cxnChg>
        <pc:cxnChg chg="add mod">
          <ac:chgData name="Chinmay Samak" userId="5307509c-3a6e-47da-b024-dc6909734887" providerId="ADAL" clId="{6660D6DA-1C9A-4CAC-A2AF-123D6A528E70}" dt="2023-08-04T20:06:20.234" v="697"/>
          <ac:cxnSpMkLst>
            <pc:docMk/>
            <pc:sldMk cId="3527120456" sldId="277"/>
            <ac:cxnSpMk id="11" creationId="{84A8BCB9-BC28-9090-C7E5-5BD822CAFE7D}"/>
          </ac:cxnSpMkLst>
        </pc:cxnChg>
        <pc:cxnChg chg="add mod">
          <ac:chgData name="Chinmay Samak" userId="5307509c-3a6e-47da-b024-dc6909734887" providerId="ADAL" clId="{6660D6DA-1C9A-4CAC-A2AF-123D6A528E70}" dt="2023-08-04T20:06:20.234" v="697"/>
          <ac:cxnSpMkLst>
            <pc:docMk/>
            <pc:sldMk cId="3527120456" sldId="277"/>
            <ac:cxnSpMk id="12" creationId="{5D498A10-4264-E60D-3622-3E8FBCC584B2}"/>
          </ac:cxnSpMkLst>
        </pc:cxnChg>
      </pc:sldChg>
      <pc:sldChg chg="addSp delSp modSp mod">
        <pc:chgData name="Chinmay Samak" userId="5307509c-3a6e-47da-b024-dc6909734887" providerId="ADAL" clId="{6660D6DA-1C9A-4CAC-A2AF-123D6A528E70}" dt="2023-08-04T20:03:30.612" v="667" actId="1076"/>
        <pc:sldMkLst>
          <pc:docMk/>
          <pc:sldMk cId="3200012562" sldId="279"/>
        </pc:sldMkLst>
        <pc:spChg chg="add del">
          <ac:chgData name="Chinmay Samak" userId="5307509c-3a6e-47da-b024-dc6909734887" providerId="ADAL" clId="{6660D6DA-1C9A-4CAC-A2AF-123D6A528E70}" dt="2023-08-04T20:03:15.382" v="662" actId="478"/>
          <ac:spMkLst>
            <pc:docMk/>
            <pc:sldMk cId="3200012562" sldId="279"/>
            <ac:spMk id="24" creationId="{84503489-B35C-EDA7-2A37-B11222DF90C3}"/>
          </ac:spMkLst>
        </pc:spChg>
        <pc:spChg chg="mod">
          <ac:chgData name="Chinmay Samak" userId="5307509c-3a6e-47da-b024-dc6909734887" providerId="ADAL" clId="{6660D6DA-1C9A-4CAC-A2AF-123D6A528E70}" dt="2023-08-04T20:02:44.982" v="658"/>
          <ac:spMkLst>
            <pc:docMk/>
            <pc:sldMk cId="3200012562" sldId="279"/>
            <ac:spMk id="27" creationId="{61E029B3-0DC5-09B9-44B5-275B3CE83000}"/>
          </ac:spMkLst>
        </pc:spChg>
        <pc:spChg chg="mod">
          <ac:chgData name="Chinmay Samak" userId="5307509c-3a6e-47da-b024-dc6909734887" providerId="ADAL" clId="{6660D6DA-1C9A-4CAC-A2AF-123D6A528E70}" dt="2023-08-04T20:02:44.982" v="658"/>
          <ac:spMkLst>
            <pc:docMk/>
            <pc:sldMk cId="3200012562" sldId="279"/>
            <ac:spMk id="28" creationId="{9C1FC6F7-1C76-41B7-07B2-7C7A6A7828DD}"/>
          </ac:spMkLst>
        </pc:spChg>
        <pc:spChg chg="mod">
          <ac:chgData name="Chinmay Samak" userId="5307509c-3a6e-47da-b024-dc6909734887" providerId="ADAL" clId="{6660D6DA-1C9A-4CAC-A2AF-123D6A528E70}" dt="2023-08-04T20:03:17.467" v="664"/>
          <ac:spMkLst>
            <pc:docMk/>
            <pc:sldMk cId="3200012562" sldId="279"/>
            <ac:spMk id="31" creationId="{CFDC10C1-EE4A-B859-F88E-6FE4816781C6}"/>
          </ac:spMkLst>
        </pc:spChg>
        <pc:spChg chg="mod">
          <ac:chgData name="Chinmay Samak" userId="5307509c-3a6e-47da-b024-dc6909734887" providerId="ADAL" clId="{6660D6DA-1C9A-4CAC-A2AF-123D6A528E70}" dt="2023-08-04T20:03:17.467" v="664"/>
          <ac:spMkLst>
            <pc:docMk/>
            <pc:sldMk cId="3200012562" sldId="279"/>
            <ac:spMk id="32" creationId="{5B41DFC7-1E79-0493-6117-FF1BC1FD3973}"/>
          </ac:spMkLst>
        </pc:spChg>
        <pc:spChg chg="add mod">
          <ac:chgData name="Chinmay Samak" userId="5307509c-3a6e-47da-b024-dc6909734887" providerId="ADAL" clId="{6660D6DA-1C9A-4CAC-A2AF-123D6A528E70}" dt="2023-08-04T20:03:30.612" v="667" actId="1076"/>
          <ac:spMkLst>
            <pc:docMk/>
            <pc:sldMk cId="3200012562" sldId="279"/>
            <ac:spMk id="34" creationId="{6CA6CDD9-ADEA-6C21-54E9-E470F6CC49F4}"/>
          </ac:spMkLst>
        </pc:spChg>
        <pc:grpChg chg="del">
          <ac:chgData name="Chinmay Samak" userId="5307509c-3a6e-47da-b024-dc6909734887" providerId="ADAL" clId="{6660D6DA-1C9A-4CAC-A2AF-123D6A528E70}" dt="2023-08-04T20:03:16.804" v="663" actId="478"/>
          <ac:grpSpMkLst>
            <pc:docMk/>
            <pc:sldMk cId="3200012562" sldId="279"/>
            <ac:grpSpMk id="11" creationId="{D0CF4A1B-98BB-0FA8-F4E2-BB07A4B6DF8F}"/>
          </ac:grpSpMkLst>
        </pc:grpChg>
        <pc:grpChg chg="add del mod">
          <ac:chgData name="Chinmay Samak" userId="5307509c-3a6e-47da-b024-dc6909734887" providerId="ADAL" clId="{6660D6DA-1C9A-4CAC-A2AF-123D6A528E70}" dt="2023-08-04T20:02:47.979" v="659"/>
          <ac:grpSpMkLst>
            <pc:docMk/>
            <pc:sldMk cId="3200012562" sldId="279"/>
            <ac:grpSpMk id="26" creationId="{3B522137-36D2-6B14-A000-A53AE54906E0}"/>
          </ac:grpSpMkLst>
        </pc:grpChg>
        <pc:grpChg chg="add mod">
          <ac:chgData name="Chinmay Samak" userId="5307509c-3a6e-47da-b024-dc6909734887" providerId="ADAL" clId="{6660D6DA-1C9A-4CAC-A2AF-123D6A528E70}" dt="2023-08-04T20:03:17.467" v="664"/>
          <ac:grpSpMkLst>
            <pc:docMk/>
            <pc:sldMk cId="3200012562" sldId="279"/>
            <ac:grpSpMk id="30" creationId="{CD0E5291-BAE8-76BD-C205-D19664392D44}"/>
          </ac:grpSpMkLst>
        </pc:grpChg>
        <pc:graphicFrameChg chg="mod">
          <ac:chgData name="Chinmay Samak" userId="5307509c-3a6e-47da-b024-dc6909734887" providerId="ADAL" clId="{6660D6DA-1C9A-4CAC-A2AF-123D6A528E70}" dt="2023-08-04T20:02:44.982" v="658"/>
          <ac:graphicFrameMkLst>
            <pc:docMk/>
            <pc:sldMk cId="3200012562" sldId="279"/>
            <ac:graphicFrameMk id="29" creationId="{2B3D8C5E-FCAF-377D-06B8-5EE33E198603}"/>
          </ac:graphicFrameMkLst>
        </pc:graphicFrameChg>
        <pc:graphicFrameChg chg="mod">
          <ac:chgData name="Chinmay Samak" userId="5307509c-3a6e-47da-b024-dc6909734887" providerId="ADAL" clId="{6660D6DA-1C9A-4CAC-A2AF-123D6A528E70}" dt="2023-08-04T20:03:17.467" v="664"/>
          <ac:graphicFrameMkLst>
            <pc:docMk/>
            <pc:sldMk cId="3200012562" sldId="279"/>
            <ac:graphicFrameMk id="33" creationId="{86E0E781-EA97-B81B-1AE3-E86CB4E47553}"/>
          </ac:graphicFrameMkLst>
        </pc:graphicFrameChg>
      </pc:sldChg>
      <pc:sldChg chg="addSp delSp modSp mod">
        <pc:chgData name="Chinmay Samak" userId="5307509c-3a6e-47da-b024-dc6909734887" providerId="ADAL" clId="{6660D6DA-1C9A-4CAC-A2AF-123D6A528E70}" dt="2023-08-04T20:06:18.722" v="696"/>
        <pc:sldMkLst>
          <pc:docMk/>
          <pc:sldMk cId="361175085" sldId="280"/>
        </pc:sldMkLst>
        <pc:spChg chg="del">
          <ac:chgData name="Chinmay Samak" userId="5307509c-3a6e-47da-b024-dc6909734887" providerId="ADAL" clId="{6660D6DA-1C9A-4CAC-A2AF-123D6A528E70}" dt="2023-08-04T20:03:43.376" v="668" actId="478"/>
          <ac:spMkLst>
            <pc:docMk/>
            <pc:sldMk cId="361175085" sldId="280"/>
            <ac:spMk id="24" creationId="{84503489-B35C-EDA7-2A37-B11222DF90C3}"/>
          </ac:spMkLst>
        </pc:spChg>
        <pc:spChg chg="add del mod">
          <ac:chgData name="Chinmay Samak" userId="5307509c-3a6e-47da-b024-dc6909734887" providerId="ADAL" clId="{6660D6DA-1C9A-4CAC-A2AF-123D6A528E70}" dt="2023-08-04T20:03:46.488" v="671"/>
          <ac:spMkLst>
            <pc:docMk/>
            <pc:sldMk cId="361175085" sldId="280"/>
            <ac:spMk id="26" creationId="{9300F657-869E-966B-5789-6181DB1B88FC}"/>
          </ac:spMkLst>
        </pc:spChg>
        <pc:spChg chg="mod">
          <ac:chgData name="Chinmay Samak" userId="5307509c-3a6e-47da-b024-dc6909734887" providerId="ADAL" clId="{6660D6DA-1C9A-4CAC-A2AF-123D6A528E70}" dt="2023-08-04T20:03:55.362" v="672"/>
          <ac:spMkLst>
            <pc:docMk/>
            <pc:sldMk cId="361175085" sldId="280"/>
            <ac:spMk id="29" creationId="{8B07FA58-AC28-5D1D-CFCB-2662CC6BAFC6}"/>
          </ac:spMkLst>
        </pc:spChg>
        <pc:spChg chg="mod">
          <ac:chgData name="Chinmay Samak" userId="5307509c-3a6e-47da-b024-dc6909734887" providerId="ADAL" clId="{6660D6DA-1C9A-4CAC-A2AF-123D6A528E70}" dt="2023-08-04T20:03:55.362" v="672"/>
          <ac:spMkLst>
            <pc:docMk/>
            <pc:sldMk cId="361175085" sldId="280"/>
            <ac:spMk id="30" creationId="{E632C5E3-00C6-A636-9EEA-65827B8EB33D}"/>
          </ac:spMkLst>
        </pc:spChg>
        <pc:spChg chg="add mod">
          <ac:chgData name="Chinmay Samak" userId="5307509c-3a6e-47da-b024-dc6909734887" providerId="ADAL" clId="{6660D6DA-1C9A-4CAC-A2AF-123D6A528E70}" dt="2023-08-04T20:04:05.899" v="674" actId="1076"/>
          <ac:spMkLst>
            <pc:docMk/>
            <pc:sldMk cId="361175085" sldId="280"/>
            <ac:spMk id="32" creationId="{23FCC613-8E91-21C3-9143-402FA3330611}"/>
          </ac:spMkLst>
        </pc:spChg>
        <pc:spChg chg="add del mod">
          <ac:chgData name="Chinmay Samak" userId="5307509c-3a6e-47da-b024-dc6909734887" providerId="ADAL" clId="{6660D6DA-1C9A-4CAC-A2AF-123D6A528E70}" dt="2023-08-04T20:06:18.722" v="696"/>
          <ac:spMkLst>
            <pc:docMk/>
            <pc:sldMk cId="361175085" sldId="280"/>
            <ac:spMk id="38" creationId="{E6D49F78-D64C-1142-F08E-77006BE9D51C}"/>
          </ac:spMkLst>
        </pc:spChg>
        <pc:spChg chg="add del mod">
          <ac:chgData name="Chinmay Samak" userId="5307509c-3a6e-47da-b024-dc6909734887" providerId="ADAL" clId="{6660D6DA-1C9A-4CAC-A2AF-123D6A528E70}" dt="2023-08-04T20:06:18.722" v="696"/>
          <ac:spMkLst>
            <pc:docMk/>
            <pc:sldMk cId="361175085" sldId="280"/>
            <ac:spMk id="39" creationId="{0A9B6E70-4DFD-782D-FDF0-D18CB8AC9506}"/>
          </ac:spMkLst>
        </pc:spChg>
        <pc:spChg chg="add del mod">
          <ac:chgData name="Chinmay Samak" userId="5307509c-3a6e-47da-b024-dc6909734887" providerId="ADAL" clId="{6660D6DA-1C9A-4CAC-A2AF-123D6A528E70}" dt="2023-08-04T20:06:18.722" v="696"/>
          <ac:spMkLst>
            <pc:docMk/>
            <pc:sldMk cId="361175085" sldId="280"/>
            <ac:spMk id="40" creationId="{D2CD05A6-C25D-3C78-9E97-21835B80D5A8}"/>
          </ac:spMkLst>
        </pc:spChg>
        <pc:spChg chg="add del mod">
          <ac:chgData name="Chinmay Samak" userId="5307509c-3a6e-47da-b024-dc6909734887" providerId="ADAL" clId="{6660D6DA-1C9A-4CAC-A2AF-123D6A528E70}" dt="2023-08-04T20:06:18.722" v="696"/>
          <ac:spMkLst>
            <pc:docMk/>
            <pc:sldMk cId="361175085" sldId="280"/>
            <ac:spMk id="41" creationId="{01881231-941E-243A-C8D9-42A256346090}"/>
          </ac:spMkLst>
        </pc:spChg>
        <pc:spChg chg="add del mod">
          <ac:chgData name="Chinmay Samak" userId="5307509c-3a6e-47da-b024-dc6909734887" providerId="ADAL" clId="{6660D6DA-1C9A-4CAC-A2AF-123D6A528E70}" dt="2023-08-04T20:06:18.722" v="696"/>
          <ac:spMkLst>
            <pc:docMk/>
            <pc:sldMk cId="361175085" sldId="280"/>
            <ac:spMk id="42" creationId="{67B6AE75-05DF-7659-1FD1-0D9D83634A7A}"/>
          </ac:spMkLst>
        </pc:spChg>
        <pc:spChg chg="add del mod">
          <ac:chgData name="Chinmay Samak" userId="5307509c-3a6e-47da-b024-dc6909734887" providerId="ADAL" clId="{6660D6DA-1C9A-4CAC-A2AF-123D6A528E70}" dt="2023-08-04T20:06:18.722" v="696"/>
          <ac:spMkLst>
            <pc:docMk/>
            <pc:sldMk cId="361175085" sldId="280"/>
            <ac:spMk id="43" creationId="{A19F9C71-B256-1A9C-D686-7D1CF4F34FA9}"/>
          </ac:spMkLst>
        </pc:spChg>
        <pc:spChg chg="add del mod">
          <ac:chgData name="Chinmay Samak" userId="5307509c-3a6e-47da-b024-dc6909734887" providerId="ADAL" clId="{6660D6DA-1C9A-4CAC-A2AF-123D6A528E70}" dt="2023-08-04T20:06:18.722" v="696"/>
          <ac:spMkLst>
            <pc:docMk/>
            <pc:sldMk cId="361175085" sldId="280"/>
            <ac:spMk id="44" creationId="{E3F756BA-50E0-9A1B-E12C-ACE801BD61E8}"/>
          </ac:spMkLst>
        </pc:spChg>
        <pc:spChg chg="add del mod">
          <ac:chgData name="Chinmay Samak" userId="5307509c-3a6e-47da-b024-dc6909734887" providerId="ADAL" clId="{6660D6DA-1C9A-4CAC-A2AF-123D6A528E70}" dt="2023-08-04T20:06:18.722" v="696"/>
          <ac:spMkLst>
            <pc:docMk/>
            <pc:sldMk cId="361175085" sldId="280"/>
            <ac:spMk id="45" creationId="{37B95640-421E-AC52-A2FA-4661E9DDE6E5}"/>
          </ac:spMkLst>
        </pc:spChg>
        <pc:grpChg chg="del">
          <ac:chgData name="Chinmay Samak" userId="5307509c-3a6e-47da-b024-dc6909734887" providerId="ADAL" clId="{6660D6DA-1C9A-4CAC-A2AF-123D6A528E70}" dt="2023-08-04T20:03:44.810" v="669" actId="478"/>
          <ac:grpSpMkLst>
            <pc:docMk/>
            <pc:sldMk cId="361175085" sldId="280"/>
            <ac:grpSpMk id="11" creationId="{D0CF4A1B-98BB-0FA8-F4E2-BB07A4B6DF8F}"/>
          </ac:grpSpMkLst>
        </pc:grpChg>
        <pc:grpChg chg="add mod">
          <ac:chgData name="Chinmay Samak" userId="5307509c-3a6e-47da-b024-dc6909734887" providerId="ADAL" clId="{6660D6DA-1C9A-4CAC-A2AF-123D6A528E70}" dt="2023-08-04T20:03:55.362" v="672"/>
          <ac:grpSpMkLst>
            <pc:docMk/>
            <pc:sldMk cId="361175085" sldId="280"/>
            <ac:grpSpMk id="28" creationId="{5A275AC7-B2C6-C1E2-CD7A-E9649D832816}"/>
          </ac:grpSpMkLst>
        </pc:grpChg>
        <pc:graphicFrameChg chg="mod">
          <ac:chgData name="Chinmay Samak" userId="5307509c-3a6e-47da-b024-dc6909734887" providerId="ADAL" clId="{6660D6DA-1C9A-4CAC-A2AF-123D6A528E70}" dt="2023-08-04T20:03:55.362" v="672"/>
          <ac:graphicFrameMkLst>
            <pc:docMk/>
            <pc:sldMk cId="361175085" sldId="280"/>
            <ac:graphicFrameMk id="31" creationId="{4E1B6877-4762-606F-40A6-48F5C570E51D}"/>
          </ac:graphicFrameMkLst>
        </pc:graphicFrameChg>
        <pc:cxnChg chg="add del mod">
          <ac:chgData name="Chinmay Samak" userId="5307509c-3a6e-47da-b024-dc6909734887" providerId="ADAL" clId="{6660D6DA-1C9A-4CAC-A2AF-123D6A528E70}" dt="2023-08-04T20:06:18.722" v="696"/>
          <ac:cxnSpMkLst>
            <pc:docMk/>
            <pc:sldMk cId="361175085" sldId="280"/>
            <ac:cxnSpMk id="33" creationId="{A5E30EA9-156D-4607-8504-3B805A988673}"/>
          </ac:cxnSpMkLst>
        </pc:cxnChg>
        <pc:cxnChg chg="add del mod">
          <ac:chgData name="Chinmay Samak" userId="5307509c-3a6e-47da-b024-dc6909734887" providerId="ADAL" clId="{6660D6DA-1C9A-4CAC-A2AF-123D6A528E70}" dt="2023-08-04T20:06:18.722" v="696"/>
          <ac:cxnSpMkLst>
            <pc:docMk/>
            <pc:sldMk cId="361175085" sldId="280"/>
            <ac:cxnSpMk id="34" creationId="{3DE696F0-8221-893D-E2ED-EBF4DB3FC5A7}"/>
          </ac:cxnSpMkLst>
        </pc:cxnChg>
        <pc:cxnChg chg="add del mod">
          <ac:chgData name="Chinmay Samak" userId="5307509c-3a6e-47da-b024-dc6909734887" providerId="ADAL" clId="{6660D6DA-1C9A-4CAC-A2AF-123D6A528E70}" dt="2023-08-04T20:06:18.722" v="696"/>
          <ac:cxnSpMkLst>
            <pc:docMk/>
            <pc:sldMk cId="361175085" sldId="280"/>
            <ac:cxnSpMk id="35" creationId="{F227CEA8-1305-1C51-DC8D-858C87BAE50F}"/>
          </ac:cxnSpMkLst>
        </pc:cxnChg>
        <pc:cxnChg chg="add del mod">
          <ac:chgData name="Chinmay Samak" userId="5307509c-3a6e-47da-b024-dc6909734887" providerId="ADAL" clId="{6660D6DA-1C9A-4CAC-A2AF-123D6A528E70}" dt="2023-08-04T20:06:18.722" v="696"/>
          <ac:cxnSpMkLst>
            <pc:docMk/>
            <pc:sldMk cId="361175085" sldId="280"/>
            <ac:cxnSpMk id="36" creationId="{FB0498F0-DEB1-1E1D-1EC9-FB4BBA499988}"/>
          </ac:cxnSpMkLst>
        </pc:cxnChg>
        <pc:cxnChg chg="add del mod">
          <ac:chgData name="Chinmay Samak" userId="5307509c-3a6e-47da-b024-dc6909734887" providerId="ADAL" clId="{6660D6DA-1C9A-4CAC-A2AF-123D6A528E70}" dt="2023-08-04T20:06:18.722" v="696"/>
          <ac:cxnSpMkLst>
            <pc:docMk/>
            <pc:sldMk cId="361175085" sldId="280"/>
            <ac:cxnSpMk id="37" creationId="{77CA0458-DCBB-7308-73A0-087194BDC4DB}"/>
          </ac:cxnSpMkLst>
        </pc:cxnChg>
      </pc:sldChg>
      <pc:sldChg chg="addSp delSp modSp mod">
        <pc:chgData name="Chinmay Samak" userId="5307509c-3a6e-47da-b024-dc6909734887" providerId="ADAL" clId="{6660D6DA-1C9A-4CAC-A2AF-123D6A528E70}" dt="2023-08-04T20:04:23.135" v="676"/>
        <pc:sldMkLst>
          <pc:docMk/>
          <pc:sldMk cId="2590787826" sldId="288"/>
        </pc:sldMkLst>
        <pc:spChg chg="mod">
          <ac:chgData name="Chinmay Samak" userId="5307509c-3a6e-47da-b024-dc6909734887" providerId="ADAL" clId="{6660D6DA-1C9A-4CAC-A2AF-123D6A528E70}" dt="2023-08-04T20:04:23.135" v="676"/>
          <ac:spMkLst>
            <pc:docMk/>
            <pc:sldMk cId="2590787826" sldId="288"/>
            <ac:spMk id="29" creationId="{C70778E4-AA2E-A26D-25C2-FDCC802113A8}"/>
          </ac:spMkLst>
        </pc:spChg>
        <pc:spChg chg="mod">
          <ac:chgData name="Chinmay Samak" userId="5307509c-3a6e-47da-b024-dc6909734887" providerId="ADAL" clId="{6660D6DA-1C9A-4CAC-A2AF-123D6A528E70}" dt="2023-08-04T20:04:23.135" v="676"/>
          <ac:spMkLst>
            <pc:docMk/>
            <pc:sldMk cId="2590787826" sldId="288"/>
            <ac:spMk id="30" creationId="{CA64E602-AA8F-FD4F-ECE8-1B6149000E1D}"/>
          </ac:spMkLst>
        </pc:spChg>
        <pc:grpChg chg="del">
          <ac:chgData name="Chinmay Samak" userId="5307509c-3a6e-47da-b024-dc6909734887" providerId="ADAL" clId="{6660D6DA-1C9A-4CAC-A2AF-123D6A528E70}" dt="2023-08-04T20:04:22.460" v="675" actId="478"/>
          <ac:grpSpMkLst>
            <pc:docMk/>
            <pc:sldMk cId="2590787826" sldId="288"/>
            <ac:grpSpMk id="11" creationId="{D0CF4A1B-98BB-0FA8-F4E2-BB07A4B6DF8F}"/>
          </ac:grpSpMkLst>
        </pc:grpChg>
        <pc:grpChg chg="add mod">
          <ac:chgData name="Chinmay Samak" userId="5307509c-3a6e-47da-b024-dc6909734887" providerId="ADAL" clId="{6660D6DA-1C9A-4CAC-A2AF-123D6A528E70}" dt="2023-08-04T20:04:23.135" v="676"/>
          <ac:grpSpMkLst>
            <pc:docMk/>
            <pc:sldMk cId="2590787826" sldId="288"/>
            <ac:grpSpMk id="28" creationId="{B39CB95F-6D40-92D6-0E56-B565874353AC}"/>
          </ac:grpSpMkLst>
        </pc:grpChg>
        <pc:graphicFrameChg chg="mod">
          <ac:chgData name="Chinmay Samak" userId="5307509c-3a6e-47da-b024-dc6909734887" providerId="ADAL" clId="{6660D6DA-1C9A-4CAC-A2AF-123D6A528E70}" dt="2023-08-04T20:04:23.135" v="676"/>
          <ac:graphicFrameMkLst>
            <pc:docMk/>
            <pc:sldMk cId="2590787826" sldId="288"/>
            <ac:graphicFrameMk id="31" creationId="{CA1EEDE3-9BBA-272D-95D2-A3B026FCE6AF}"/>
          </ac:graphicFrameMkLst>
        </pc:graphicFrameChg>
      </pc:sldChg>
      <pc:sldChg chg="addSp delSp modSp mod">
        <pc:chgData name="Chinmay Samak" userId="5307509c-3a6e-47da-b024-dc6909734887" providerId="ADAL" clId="{6660D6DA-1C9A-4CAC-A2AF-123D6A528E70}" dt="2023-08-04T20:05:10.455" v="688" actId="1038"/>
        <pc:sldMkLst>
          <pc:docMk/>
          <pc:sldMk cId="1117292551" sldId="289"/>
        </pc:sldMkLst>
        <pc:spChg chg="del">
          <ac:chgData name="Chinmay Samak" userId="5307509c-3a6e-47da-b024-dc6909734887" providerId="ADAL" clId="{6660D6DA-1C9A-4CAC-A2AF-123D6A528E70}" dt="2023-08-04T20:04:31.896" v="677" actId="478"/>
          <ac:spMkLst>
            <pc:docMk/>
            <pc:sldMk cId="1117292551" sldId="289"/>
            <ac:spMk id="27" creationId="{03A6FDED-97F2-1086-2DF7-076279D6D867}"/>
          </ac:spMkLst>
        </pc:spChg>
        <pc:spChg chg="mod">
          <ac:chgData name="Chinmay Samak" userId="5307509c-3a6e-47da-b024-dc6909734887" providerId="ADAL" clId="{6660D6DA-1C9A-4CAC-A2AF-123D6A528E70}" dt="2023-08-04T20:04:35.430" v="679"/>
          <ac:spMkLst>
            <pc:docMk/>
            <pc:sldMk cId="1117292551" sldId="289"/>
            <ac:spMk id="30" creationId="{E95B3060-D762-FCBB-B93A-6E7852958B1C}"/>
          </ac:spMkLst>
        </pc:spChg>
        <pc:spChg chg="mod">
          <ac:chgData name="Chinmay Samak" userId="5307509c-3a6e-47da-b024-dc6909734887" providerId="ADAL" clId="{6660D6DA-1C9A-4CAC-A2AF-123D6A528E70}" dt="2023-08-04T20:04:35.430" v="679"/>
          <ac:spMkLst>
            <pc:docMk/>
            <pc:sldMk cId="1117292551" sldId="289"/>
            <ac:spMk id="31" creationId="{971727D0-9F58-DF91-1EE5-7A53C86E1C9C}"/>
          </ac:spMkLst>
        </pc:spChg>
        <pc:spChg chg="mod">
          <ac:chgData name="Chinmay Samak" userId="5307509c-3a6e-47da-b024-dc6909734887" providerId="ADAL" clId="{6660D6DA-1C9A-4CAC-A2AF-123D6A528E70}" dt="2023-08-04T20:04:46.814" v="684"/>
          <ac:spMkLst>
            <pc:docMk/>
            <pc:sldMk cId="1117292551" sldId="289"/>
            <ac:spMk id="34" creationId="{FEA7828B-23B0-6EE1-CE3A-1064B3EC4997}"/>
          </ac:spMkLst>
        </pc:spChg>
        <pc:spChg chg="mod">
          <ac:chgData name="Chinmay Samak" userId="5307509c-3a6e-47da-b024-dc6909734887" providerId="ADAL" clId="{6660D6DA-1C9A-4CAC-A2AF-123D6A528E70}" dt="2023-08-04T20:04:46.814" v="684"/>
          <ac:spMkLst>
            <pc:docMk/>
            <pc:sldMk cId="1117292551" sldId="289"/>
            <ac:spMk id="35" creationId="{AA5BC032-B5F0-A122-023D-EEE4A0F31F70}"/>
          </ac:spMkLst>
        </pc:spChg>
        <pc:spChg chg="add mod">
          <ac:chgData name="Chinmay Samak" userId="5307509c-3a6e-47da-b024-dc6909734887" providerId="ADAL" clId="{6660D6DA-1C9A-4CAC-A2AF-123D6A528E70}" dt="2023-08-04T20:05:07.493" v="687" actId="1038"/>
          <ac:spMkLst>
            <pc:docMk/>
            <pc:sldMk cId="1117292551" sldId="289"/>
            <ac:spMk id="37" creationId="{D79E7211-D927-B3B9-94D2-5EE2FB16C766}"/>
          </ac:spMkLst>
        </pc:spChg>
        <pc:grpChg chg="del">
          <ac:chgData name="Chinmay Samak" userId="5307509c-3a6e-47da-b024-dc6909734887" providerId="ADAL" clId="{6660D6DA-1C9A-4CAC-A2AF-123D6A528E70}" dt="2023-08-04T20:04:34.628" v="678" actId="478"/>
          <ac:grpSpMkLst>
            <pc:docMk/>
            <pc:sldMk cId="1117292551" sldId="289"/>
            <ac:grpSpMk id="11" creationId="{D0CF4A1B-98BB-0FA8-F4E2-BB07A4B6DF8F}"/>
          </ac:grpSpMkLst>
        </pc:grpChg>
        <pc:grpChg chg="add del mod">
          <ac:chgData name="Chinmay Samak" userId="5307509c-3a6e-47da-b024-dc6909734887" providerId="ADAL" clId="{6660D6DA-1C9A-4CAC-A2AF-123D6A528E70}" dt="2023-08-04T20:04:44.614" v="682"/>
          <ac:grpSpMkLst>
            <pc:docMk/>
            <pc:sldMk cId="1117292551" sldId="289"/>
            <ac:grpSpMk id="29" creationId="{A264757D-0DAC-C8F0-CAF2-63905BE43A3C}"/>
          </ac:grpSpMkLst>
        </pc:grpChg>
        <pc:grpChg chg="add mod">
          <ac:chgData name="Chinmay Samak" userId="5307509c-3a6e-47da-b024-dc6909734887" providerId="ADAL" clId="{6660D6DA-1C9A-4CAC-A2AF-123D6A528E70}" dt="2023-08-04T20:04:46.814" v="684"/>
          <ac:grpSpMkLst>
            <pc:docMk/>
            <pc:sldMk cId="1117292551" sldId="289"/>
            <ac:grpSpMk id="33" creationId="{BA6C47ED-1D31-61C3-48B7-D8B7156C187A}"/>
          </ac:grpSpMkLst>
        </pc:grpChg>
        <pc:graphicFrameChg chg="mod ord">
          <ac:chgData name="Chinmay Samak" userId="5307509c-3a6e-47da-b024-dc6909734887" providerId="ADAL" clId="{6660D6DA-1C9A-4CAC-A2AF-123D6A528E70}" dt="2023-08-04T20:04:43.857" v="681" actId="167"/>
          <ac:graphicFrameMkLst>
            <pc:docMk/>
            <pc:sldMk cId="1117292551" sldId="289"/>
            <ac:graphicFrameMk id="32" creationId="{BE22EDE9-9200-F097-8A5D-144981FC91A6}"/>
          </ac:graphicFrameMkLst>
        </pc:graphicFrameChg>
        <pc:graphicFrameChg chg="mod">
          <ac:chgData name="Chinmay Samak" userId="5307509c-3a6e-47da-b024-dc6909734887" providerId="ADAL" clId="{6660D6DA-1C9A-4CAC-A2AF-123D6A528E70}" dt="2023-08-04T20:04:46.814" v="684"/>
          <ac:graphicFrameMkLst>
            <pc:docMk/>
            <pc:sldMk cId="1117292551" sldId="289"/>
            <ac:graphicFrameMk id="36" creationId="{EF672F20-0859-D209-73A4-4B3CD1E4543D}"/>
          </ac:graphicFrameMkLst>
        </pc:graphicFrameChg>
        <pc:picChg chg="del">
          <ac:chgData name="Chinmay Samak" userId="5307509c-3a6e-47da-b024-dc6909734887" providerId="ADAL" clId="{6660D6DA-1C9A-4CAC-A2AF-123D6A528E70}" dt="2023-08-04T20:04:46.179" v="683" actId="478"/>
          <ac:picMkLst>
            <pc:docMk/>
            <pc:sldMk cId="1117292551" sldId="289"/>
            <ac:picMk id="28" creationId="{99BEF957-542D-4AD9-A7C4-2D7A7C4AA264}"/>
          </ac:picMkLst>
        </pc:picChg>
        <pc:picChg chg="add mod">
          <ac:chgData name="Chinmay Samak" userId="5307509c-3a6e-47da-b024-dc6909734887" providerId="ADAL" clId="{6660D6DA-1C9A-4CAC-A2AF-123D6A528E70}" dt="2023-08-04T20:05:10.455" v="688" actId="1038"/>
          <ac:picMkLst>
            <pc:docMk/>
            <pc:sldMk cId="1117292551" sldId="289"/>
            <ac:picMk id="38" creationId="{B48AC996-E189-360F-BF70-BFA582616F08}"/>
          </ac:picMkLst>
        </pc:picChg>
      </pc:sldChg>
      <pc:sldChg chg="addSp modSp mod">
        <pc:chgData name="Chinmay Samak" userId="5307509c-3a6e-47da-b024-dc6909734887" providerId="ADAL" clId="{6660D6DA-1C9A-4CAC-A2AF-123D6A528E70}" dt="2023-08-04T20:07:57.331" v="721" actId="208"/>
        <pc:sldMkLst>
          <pc:docMk/>
          <pc:sldMk cId="3450140000" sldId="290"/>
        </pc:sldMkLst>
        <pc:spChg chg="add mod">
          <ac:chgData name="Chinmay Samak" userId="5307509c-3a6e-47da-b024-dc6909734887" providerId="ADAL" clId="{6660D6DA-1C9A-4CAC-A2AF-123D6A528E70}" dt="2023-08-04T19:55:39.853" v="599" actId="20577"/>
          <ac:spMkLst>
            <pc:docMk/>
            <pc:sldMk cId="3450140000" sldId="290"/>
            <ac:spMk id="6" creationId="{81D0CC6B-CA56-83F3-6257-D943FBE95F15}"/>
          </ac:spMkLst>
        </pc:spChg>
        <pc:spChg chg="add mod">
          <ac:chgData name="Chinmay Samak" userId="5307509c-3a6e-47da-b024-dc6909734887" providerId="ADAL" clId="{6660D6DA-1C9A-4CAC-A2AF-123D6A528E70}" dt="2023-08-04T20:07:35.783" v="715"/>
          <ac:spMkLst>
            <pc:docMk/>
            <pc:sldMk cId="3450140000" sldId="290"/>
            <ac:spMk id="12" creationId="{F48488D5-988E-0450-75CF-4E46616E003B}"/>
          </ac:spMkLst>
        </pc:spChg>
        <pc:spChg chg="add mod">
          <ac:chgData name="Chinmay Samak" userId="5307509c-3a6e-47da-b024-dc6909734887" providerId="ADAL" clId="{6660D6DA-1C9A-4CAC-A2AF-123D6A528E70}" dt="2023-08-04T20:07:35.783" v="715"/>
          <ac:spMkLst>
            <pc:docMk/>
            <pc:sldMk cId="3450140000" sldId="290"/>
            <ac:spMk id="13" creationId="{74A02CC6-EC03-6560-0AE6-27733B9B48C5}"/>
          </ac:spMkLst>
        </pc:spChg>
        <pc:spChg chg="add mod">
          <ac:chgData name="Chinmay Samak" userId="5307509c-3a6e-47da-b024-dc6909734887" providerId="ADAL" clId="{6660D6DA-1C9A-4CAC-A2AF-123D6A528E70}" dt="2023-08-04T20:07:57.331" v="721" actId="208"/>
          <ac:spMkLst>
            <pc:docMk/>
            <pc:sldMk cId="3450140000" sldId="290"/>
            <ac:spMk id="14" creationId="{BB18E0A0-E49B-BCB5-37B3-B02A42BB82C5}"/>
          </ac:spMkLst>
        </pc:spChg>
        <pc:spChg chg="add mod">
          <ac:chgData name="Chinmay Samak" userId="5307509c-3a6e-47da-b024-dc6909734887" providerId="ADAL" clId="{6660D6DA-1C9A-4CAC-A2AF-123D6A528E70}" dt="2023-08-04T20:07:35.783" v="715"/>
          <ac:spMkLst>
            <pc:docMk/>
            <pc:sldMk cId="3450140000" sldId="290"/>
            <ac:spMk id="15" creationId="{5AADE48B-AA89-617E-B3B3-12012F04B259}"/>
          </ac:spMkLst>
        </pc:spChg>
        <pc:spChg chg="add mod">
          <ac:chgData name="Chinmay Samak" userId="5307509c-3a6e-47da-b024-dc6909734887" providerId="ADAL" clId="{6660D6DA-1C9A-4CAC-A2AF-123D6A528E70}" dt="2023-08-04T20:07:35.783" v="715"/>
          <ac:spMkLst>
            <pc:docMk/>
            <pc:sldMk cId="3450140000" sldId="290"/>
            <ac:spMk id="16" creationId="{35105203-D12A-206A-4829-5310F72597BA}"/>
          </ac:spMkLst>
        </pc:spChg>
        <pc:spChg chg="add mod">
          <ac:chgData name="Chinmay Samak" userId="5307509c-3a6e-47da-b024-dc6909734887" providerId="ADAL" clId="{6660D6DA-1C9A-4CAC-A2AF-123D6A528E70}" dt="2023-08-04T20:07:35.783" v="715"/>
          <ac:spMkLst>
            <pc:docMk/>
            <pc:sldMk cId="3450140000" sldId="290"/>
            <ac:spMk id="17" creationId="{C00F6E42-4158-B463-3B8D-8B279A446C9C}"/>
          </ac:spMkLst>
        </pc:spChg>
        <pc:spChg chg="add mod">
          <ac:chgData name="Chinmay Samak" userId="5307509c-3a6e-47da-b024-dc6909734887" providerId="ADAL" clId="{6660D6DA-1C9A-4CAC-A2AF-123D6A528E70}" dt="2023-08-04T20:07:35.783" v="715"/>
          <ac:spMkLst>
            <pc:docMk/>
            <pc:sldMk cId="3450140000" sldId="290"/>
            <ac:spMk id="18" creationId="{B8FC3EAF-0581-EA4F-0FB6-ADDA72F265CA}"/>
          </ac:spMkLst>
        </pc:spChg>
        <pc:spChg chg="add mod">
          <ac:chgData name="Chinmay Samak" userId="5307509c-3a6e-47da-b024-dc6909734887" providerId="ADAL" clId="{6660D6DA-1C9A-4CAC-A2AF-123D6A528E70}" dt="2023-08-04T20:07:51.844" v="719" actId="207"/>
          <ac:spMkLst>
            <pc:docMk/>
            <pc:sldMk cId="3450140000" sldId="290"/>
            <ac:spMk id="19" creationId="{64964AF9-1942-3A12-067F-4768AEF0ED5A}"/>
          </ac:spMkLst>
        </pc:spChg>
        <pc:picChg chg="add mod">
          <ac:chgData name="Chinmay Samak" userId="5307509c-3a6e-47da-b024-dc6909734887" providerId="ADAL" clId="{6660D6DA-1C9A-4CAC-A2AF-123D6A528E70}" dt="2023-08-04T19:51:24.276" v="521" actId="1076"/>
          <ac:picMkLst>
            <pc:docMk/>
            <pc:sldMk cId="3450140000" sldId="290"/>
            <ac:picMk id="1026" creationId="{12322487-B230-0B35-E6F0-F57175D5FE07}"/>
          </ac:picMkLst>
        </pc:picChg>
        <pc:cxnChg chg="add mod">
          <ac:chgData name="Chinmay Samak" userId="5307509c-3a6e-47da-b024-dc6909734887" providerId="ADAL" clId="{6660D6DA-1C9A-4CAC-A2AF-123D6A528E70}" dt="2023-08-04T20:07:35.783" v="715"/>
          <ac:cxnSpMkLst>
            <pc:docMk/>
            <pc:sldMk cId="3450140000" sldId="290"/>
            <ac:cxnSpMk id="7" creationId="{DAD05977-CA8E-00E7-322E-BD5EBFEDF538}"/>
          </ac:cxnSpMkLst>
        </pc:cxnChg>
        <pc:cxnChg chg="add mod">
          <ac:chgData name="Chinmay Samak" userId="5307509c-3a6e-47da-b024-dc6909734887" providerId="ADAL" clId="{6660D6DA-1C9A-4CAC-A2AF-123D6A528E70}" dt="2023-08-04T20:07:35.783" v="715"/>
          <ac:cxnSpMkLst>
            <pc:docMk/>
            <pc:sldMk cId="3450140000" sldId="290"/>
            <ac:cxnSpMk id="8" creationId="{05FC36FC-B104-99C8-7BA0-772B02D54A14}"/>
          </ac:cxnSpMkLst>
        </pc:cxnChg>
        <pc:cxnChg chg="add mod">
          <ac:chgData name="Chinmay Samak" userId="5307509c-3a6e-47da-b024-dc6909734887" providerId="ADAL" clId="{6660D6DA-1C9A-4CAC-A2AF-123D6A528E70}" dt="2023-08-04T20:07:57.331" v="721" actId="208"/>
          <ac:cxnSpMkLst>
            <pc:docMk/>
            <pc:sldMk cId="3450140000" sldId="290"/>
            <ac:cxnSpMk id="9" creationId="{2A09289E-C70B-2E0C-13BD-45F026543666}"/>
          </ac:cxnSpMkLst>
        </pc:cxnChg>
        <pc:cxnChg chg="add mod">
          <ac:chgData name="Chinmay Samak" userId="5307509c-3a6e-47da-b024-dc6909734887" providerId="ADAL" clId="{6660D6DA-1C9A-4CAC-A2AF-123D6A528E70}" dt="2023-08-04T20:07:35.783" v="715"/>
          <ac:cxnSpMkLst>
            <pc:docMk/>
            <pc:sldMk cId="3450140000" sldId="290"/>
            <ac:cxnSpMk id="10" creationId="{EDC77844-94F2-B924-DCBD-7B1A51695DDF}"/>
          </ac:cxnSpMkLst>
        </pc:cxnChg>
        <pc:cxnChg chg="add mod">
          <ac:chgData name="Chinmay Samak" userId="5307509c-3a6e-47da-b024-dc6909734887" providerId="ADAL" clId="{6660D6DA-1C9A-4CAC-A2AF-123D6A528E70}" dt="2023-08-04T20:07:57.331" v="721" actId="208"/>
          <ac:cxnSpMkLst>
            <pc:docMk/>
            <pc:sldMk cId="3450140000" sldId="290"/>
            <ac:cxnSpMk id="11" creationId="{E6FC71C9-691D-28DD-9D85-EDA01109BD16}"/>
          </ac:cxnSpMkLst>
        </pc:cxnChg>
      </pc:sldChg>
      <pc:sldChg chg="addSp modSp">
        <pc:chgData name="Chinmay Samak" userId="5307509c-3a6e-47da-b024-dc6909734887" providerId="ADAL" clId="{6660D6DA-1C9A-4CAC-A2AF-123D6A528E70}" dt="2023-08-04T20:08:08.226" v="722"/>
        <pc:sldMkLst>
          <pc:docMk/>
          <pc:sldMk cId="3243263071" sldId="291"/>
        </pc:sldMkLst>
        <pc:spChg chg="add mod">
          <ac:chgData name="Chinmay Samak" userId="5307509c-3a6e-47da-b024-dc6909734887" providerId="ADAL" clId="{6660D6DA-1C9A-4CAC-A2AF-123D6A528E70}" dt="2023-08-04T20:08:08.226" v="722"/>
          <ac:spMkLst>
            <pc:docMk/>
            <pc:sldMk cId="3243263071" sldId="291"/>
            <ac:spMk id="12" creationId="{F0DE10F7-DD2F-27BA-E7D7-73CEBB050EB9}"/>
          </ac:spMkLst>
        </pc:spChg>
        <pc:spChg chg="add mod">
          <ac:chgData name="Chinmay Samak" userId="5307509c-3a6e-47da-b024-dc6909734887" providerId="ADAL" clId="{6660D6DA-1C9A-4CAC-A2AF-123D6A528E70}" dt="2023-08-04T20:08:08.226" v="722"/>
          <ac:spMkLst>
            <pc:docMk/>
            <pc:sldMk cId="3243263071" sldId="291"/>
            <ac:spMk id="13" creationId="{FF73034F-DAB2-1E34-1FB2-D188AB0EC4F4}"/>
          </ac:spMkLst>
        </pc:spChg>
        <pc:spChg chg="add mod">
          <ac:chgData name="Chinmay Samak" userId="5307509c-3a6e-47da-b024-dc6909734887" providerId="ADAL" clId="{6660D6DA-1C9A-4CAC-A2AF-123D6A528E70}" dt="2023-08-04T20:08:08.226" v="722"/>
          <ac:spMkLst>
            <pc:docMk/>
            <pc:sldMk cId="3243263071" sldId="291"/>
            <ac:spMk id="14" creationId="{73EECB2D-2E47-048B-A291-EFBAF0589401}"/>
          </ac:spMkLst>
        </pc:spChg>
        <pc:spChg chg="add mod">
          <ac:chgData name="Chinmay Samak" userId="5307509c-3a6e-47da-b024-dc6909734887" providerId="ADAL" clId="{6660D6DA-1C9A-4CAC-A2AF-123D6A528E70}" dt="2023-08-04T20:08:08.226" v="722"/>
          <ac:spMkLst>
            <pc:docMk/>
            <pc:sldMk cId="3243263071" sldId="291"/>
            <ac:spMk id="15" creationId="{DB85A2DF-571A-7BBC-530E-82DF3C63075D}"/>
          </ac:spMkLst>
        </pc:spChg>
        <pc:spChg chg="add mod">
          <ac:chgData name="Chinmay Samak" userId="5307509c-3a6e-47da-b024-dc6909734887" providerId="ADAL" clId="{6660D6DA-1C9A-4CAC-A2AF-123D6A528E70}" dt="2023-08-04T20:08:08.226" v="722"/>
          <ac:spMkLst>
            <pc:docMk/>
            <pc:sldMk cId="3243263071" sldId="291"/>
            <ac:spMk id="16" creationId="{4CE506F1-588E-808B-C283-FFB577E7EB1A}"/>
          </ac:spMkLst>
        </pc:spChg>
        <pc:spChg chg="add mod">
          <ac:chgData name="Chinmay Samak" userId="5307509c-3a6e-47da-b024-dc6909734887" providerId="ADAL" clId="{6660D6DA-1C9A-4CAC-A2AF-123D6A528E70}" dt="2023-08-04T20:08:08.226" v="722"/>
          <ac:spMkLst>
            <pc:docMk/>
            <pc:sldMk cId="3243263071" sldId="291"/>
            <ac:spMk id="17" creationId="{31FADBB1-0A6D-9C34-B62D-80401E897E56}"/>
          </ac:spMkLst>
        </pc:spChg>
        <pc:spChg chg="add mod">
          <ac:chgData name="Chinmay Samak" userId="5307509c-3a6e-47da-b024-dc6909734887" providerId="ADAL" clId="{6660D6DA-1C9A-4CAC-A2AF-123D6A528E70}" dt="2023-08-04T20:08:08.226" v="722"/>
          <ac:spMkLst>
            <pc:docMk/>
            <pc:sldMk cId="3243263071" sldId="291"/>
            <ac:spMk id="18" creationId="{FEB46021-6B87-6A2A-1B0E-EBDA0E20EC82}"/>
          </ac:spMkLst>
        </pc:spChg>
        <pc:spChg chg="add mod">
          <ac:chgData name="Chinmay Samak" userId="5307509c-3a6e-47da-b024-dc6909734887" providerId="ADAL" clId="{6660D6DA-1C9A-4CAC-A2AF-123D6A528E70}" dt="2023-08-04T20:08:08.226" v="722"/>
          <ac:spMkLst>
            <pc:docMk/>
            <pc:sldMk cId="3243263071" sldId="291"/>
            <ac:spMk id="19" creationId="{2F04BBFC-3859-F1DD-869A-C1A3F777E46F}"/>
          </ac:spMkLst>
        </pc:spChg>
        <pc:cxnChg chg="add mod">
          <ac:chgData name="Chinmay Samak" userId="5307509c-3a6e-47da-b024-dc6909734887" providerId="ADAL" clId="{6660D6DA-1C9A-4CAC-A2AF-123D6A528E70}" dt="2023-08-04T20:08:08.226" v="722"/>
          <ac:cxnSpMkLst>
            <pc:docMk/>
            <pc:sldMk cId="3243263071" sldId="291"/>
            <ac:cxnSpMk id="7" creationId="{9D5EB41E-6EE6-63BD-F878-828EFFF1DC04}"/>
          </ac:cxnSpMkLst>
        </pc:cxnChg>
        <pc:cxnChg chg="add mod">
          <ac:chgData name="Chinmay Samak" userId="5307509c-3a6e-47da-b024-dc6909734887" providerId="ADAL" clId="{6660D6DA-1C9A-4CAC-A2AF-123D6A528E70}" dt="2023-08-04T20:08:08.226" v="722"/>
          <ac:cxnSpMkLst>
            <pc:docMk/>
            <pc:sldMk cId="3243263071" sldId="291"/>
            <ac:cxnSpMk id="8" creationId="{789B42D5-7537-3891-6BD0-9A6D024E9E7C}"/>
          </ac:cxnSpMkLst>
        </pc:cxnChg>
        <pc:cxnChg chg="add mod">
          <ac:chgData name="Chinmay Samak" userId="5307509c-3a6e-47da-b024-dc6909734887" providerId="ADAL" clId="{6660D6DA-1C9A-4CAC-A2AF-123D6A528E70}" dt="2023-08-04T20:08:08.226" v="722"/>
          <ac:cxnSpMkLst>
            <pc:docMk/>
            <pc:sldMk cId="3243263071" sldId="291"/>
            <ac:cxnSpMk id="9" creationId="{A1417F9F-2E63-42F3-1187-FA7ACA72DAA8}"/>
          </ac:cxnSpMkLst>
        </pc:cxnChg>
        <pc:cxnChg chg="add mod">
          <ac:chgData name="Chinmay Samak" userId="5307509c-3a6e-47da-b024-dc6909734887" providerId="ADAL" clId="{6660D6DA-1C9A-4CAC-A2AF-123D6A528E70}" dt="2023-08-04T20:08:08.226" v="722"/>
          <ac:cxnSpMkLst>
            <pc:docMk/>
            <pc:sldMk cId="3243263071" sldId="291"/>
            <ac:cxnSpMk id="10" creationId="{CE624544-9ED2-3F79-43C2-E5798D5F4748}"/>
          </ac:cxnSpMkLst>
        </pc:cxnChg>
        <pc:cxnChg chg="add mod">
          <ac:chgData name="Chinmay Samak" userId="5307509c-3a6e-47da-b024-dc6909734887" providerId="ADAL" clId="{6660D6DA-1C9A-4CAC-A2AF-123D6A528E70}" dt="2023-08-04T20:08:08.226" v="722"/>
          <ac:cxnSpMkLst>
            <pc:docMk/>
            <pc:sldMk cId="3243263071" sldId="291"/>
            <ac:cxnSpMk id="11" creationId="{10574D14-0ACF-3663-FDFD-D8A8DA5441F0}"/>
          </ac:cxnSpMkLst>
        </pc:cxnChg>
      </pc:sldChg>
      <pc:sldChg chg="addSp modSp mod">
        <pc:chgData name="Chinmay Samak" userId="5307509c-3a6e-47da-b024-dc6909734887" providerId="ADAL" clId="{6660D6DA-1C9A-4CAC-A2AF-123D6A528E70}" dt="2023-08-04T20:08:10.105" v="723"/>
        <pc:sldMkLst>
          <pc:docMk/>
          <pc:sldMk cId="1298791134" sldId="292"/>
        </pc:sldMkLst>
        <pc:spChg chg="add mod">
          <ac:chgData name="Chinmay Samak" userId="5307509c-3a6e-47da-b024-dc6909734887" providerId="ADAL" clId="{6660D6DA-1C9A-4CAC-A2AF-123D6A528E70}" dt="2023-08-04T19:56:06.274" v="640" actId="20577"/>
          <ac:spMkLst>
            <pc:docMk/>
            <pc:sldMk cId="1298791134" sldId="292"/>
            <ac:spMk id="6" creationId="{0D48C224-77D4-919C-3E32-32B9C0D879BB}"/>
          </ac:spMkLst>
        </pc:spChg>
        <pc:spChg chg="add mod">
          <ac:chgData name="Chinmay Samak" userId="5307509c-3a6e-47da-b024-dc6909734887" providerId="ADAL" clId="{6660D6DA-1C9A-4CAC-A2AF-123D6A528E70}" dt="2023-08-04T20:08:10.105" v="723"/>
          <ac:spMkLst>
            <pc:docMk/>
            <pc:sldMk cId="1298791134" sldId="292"/>
            <ac:spMk id="12" creationId="{20404427-3960-E789-2882-B7B491BED5FB}"/>
          </ac:spMkLst>
        </pc:spChg>
        <pc:spChg chg="add mod">
          <ac:chgData name="Chinmay Samak" userId="5307509c-3a6e-47da-b024-dc6909734887" providerId="ADAL" clId="{6660D6DA-1C9A-4CAC-A2AF-123D6A528E70}" dt="2023-08-04T20:08:10.105" v="723"/>
          <ac:spMkLst>
            <pc:docMk/>
            <pc:sldMk cId="1298791134" sldId="292"/>
            <ac:spMk id="13" creationId="{F5B7ECB8-374B-AA15-197A-557DBC71CD0E}"/>
          </ac:spMkLst>
        </pc:spChg>
        <pc:spChg chg="add mod">
          <ac:chgData name="Chinmay Samak" userId="5307509c-3a6e-47da-b024-dc6909734887" providerId="ADAL" clId="{6660D6DA-1C9A-4CAC-A2AF-123D6A528E70}" dt="2023-08-04T20:08:10.105" v="723"/>
          <ac:spMkLst>
            <pc:docMk/>
            <pc:sldMk cId="1298791134" sldId="292"/>
            <ac:spMk id="14" creationId="{11A77ACD-167D-13F1-D6C4-BEEA29CF74C5}"/>
          </ac:spMkLst>
        </pc:spChg>
        <pc:spChg chg="add mod">
          <ac:chgData name="Chinmay Samak" userId="5307509c-3a6e-47da-b024-dc6909734887" providerId="ADAL" clId="{6660D6DA-1C9A-4CAC-A2AF-123D6A528E70}" dt="2023-08-04T20:08:10.105" v="723"/>
          <ac:spMkLst>
            <pc:docMk/>
            <pc:sldMk cId="1298791134" sldId="292"/>
            <ac:spMk id="15" creationId="{AB2E70B9-EB96-5B70-F5AF-3D6B524B233F}"/>
          </ac:spMkLst>
        </pc:spChg>
        <pc:spChg chg="add mod">
          <ac:chgData name="Chinmay Samak" userId="5307509c-3a6e-47da-b024-dc6909734887" providerId="ADAL" clId="{6660D6DA-1C9A-4CAC-A2AF-123D6A528E70}" dt="2023-08-04T20:08:10.105" v="723"/>
          <ac:spMkLst>
            <pc:docMk/>
            <pc:sldMk cId="1298791134" sldId="292"/>
            <ac:spMk id="16" creationId="{7A9952B8-45FE-811A-2653-AAB5A0562A66}"/>
          </ac:spMkLst>
        </pc:spChg>
        <pc:spChg chg="add mod">
          <ac:chgData name="Chinmay Samak" userId="5307509c-3a6e-47da-b024-dc6909734887" providerId="ADAL" clId="{6660D6DA-1C9A-4CAC-A2AF-123D6A528E70}" dt="2023-08-04T20:08:10.105" v="723"/>
          <ac:spMkLst>
            <pc:docMk/>
            <pc:sldMk cId="1298791134" sldId="292"/>
            <ac:spMk id="17" creationId="{5F258270-E669-BB16-1A95-3827D6BB0395}"/>
          </ac:spMkLst>
        </pc:spChg>
        <pc:spChg chg="add mod">
          <ac:chgData name="Chinmay Samak" userId="5307509c-3a6e-47da-b024-dc6909734887" providerId="ADAL" clId="{6660D6DA-1C9A-4CAC-A2AF-123D6A528E70}" dt="2023-08-04T20:08:10.105" v="723"/>
          <ac:spMkLst>
            <pc:docMk/>
            <pc:sldMk cId="1298791134" sldId="292"/>
            <ac:spMk id="18" creationId="{8EA1FC83-A77A-3566-874E-0D528A77D681}"/>
          </ac:spMkLst>
        </pc:spChg>
        <pc:spChg chg="add mod">
          <ac:chgData name="Chinmay Samak" userId="5307509c-3a6e-47da-b024-dc6909734887" providerId="ADAL" clId="{6660D6DA-1C9A-4CAC-A2AF-123D6A528E70}" dt="2023-08-04T20:08:10.105" v="723"/>
          <ac:spMkLst>
            <pc:docMk/>
            <pc:sldMk cId="1298791134" sldId="292"/>
            <ac:spMk id="19" creationId="{A8D5874A-59C4-0E9F-28AD-45EB475E6B71}"/>
          </ac:spMkLst>
        </pc:spChg>
        <pc:picChg chg="add mod">
          <ac:chgData name="Chinmay Samak" userId="5307509c-3a6e-47da-b024-dc6909734887" providerId="ADAL" clId="{6660D6DA-1C9A-4CAC-A2AF-123D6A528E70}" dt="2023-08-04T19:51:42.437" v="523" actId="1076"/>
          <ac:picMkLst>
            <pc:docMk/>
            <pc:sldMk cId="1298791134" sldId="292"/>
            <ac:picMk id="2050" creationId="{0213FE1B-F977-3253-CAD1-B4CB774359D2}"/>
          </ac:picMkLst>
        </pc:picChg>
        <pc:cxnChg chg="add mod">
          <ac:chgData name="Chinmay Samak" userId="5307509c-3a6e-47da-b024-dc6909734887" providerId="ADAL" clId="{6660D6DA-1C9A-4CAC-A2AF-123D6A528E70}" dt="2023-08-04T20:08:10.105" v="723"/>
          <ac:cxnSpMkLst>
            <pc:docMk/>
            <pc:sldMk cId="1298791134" sldId="292"/>
            <ac:cxnSpMk id="7" creationId="{DEAE1FD2-ED80-7CD2-47DF-464F3A00A7F4}"/>
          </ac:cxnSpMkLst>
        </pc:cxnChg>
        <pc:cxnChg chg="add mod">
          <ac:chgData name="Chinmay Samak" userId="5307509c-3a6e-47da-b024-dc6909734887" providerId="ADAL" clId="{6660D6DA-1C9A-4CAC-A2AF-123D6A528E70}" dt="2023-08-04T20:08:10.105" v="723"/>
          <ac:cxnSpMkLst>
            <pc:docMk/>
            <pc:sldMk cId="1298791134" sldId="292"/>
            <ac:cxnSpMk id="8" creationId="{7B8EFF26-DD03-54EE-43EB-85527E832C2C}"/>
          </ac:cxnSpMkLst>
        </pc:cxnChg>
        <pc:cxnChg chg="add mod">
          <ac:chgData name="Chinmay Samak" userId="5307509c-3a6e-47da-b024-dc6909734887" providerId="ADAL" clId="{6660D6DA-1C9A-4CAC-A2AF-123D6A528E70}" dt="2023-08-04T20:08:10.105" v="723"/>
          <ac:cxnSpMkLst>
            <pc:docMk/>
            <pc:sldMk cId="1298791134" sldId="292"/>
            <ac:cxnSpMk id="9" creationId="{87233EB0-5EE6-DB69-ED22-BCB1A5D701E0}"/>
          </ac:cxnSpMkLst>
        </pc:cxnChg>
        <pc:cxnChg chg="add mod">
          <ac:chgData name="Chinmay Samak" userId="5307509c-3a6e-47da-b024-dc6909734887" providerId="ADAL" clId="{6660D6DA-1C9A-4CAC-A2AF-123D6A528E70}" dt="2023-08-04T20:08:10.105" v="723"/>
          <ac:cxnSpMkLst>
            <pc:docMk/>
            <pc:sldMk cId="1298791134" sldId="292"/>
            <ac:cxnSpMk id="10" creationId="{3DE375D1-790C-D110-60F6-1B07F0511C3F}"/>
          </ac:cxnSpMkLst>
        </pc:cxnChg>
        <pc:cxnChg chg="add mod">
          <ac:chgData name="Chinmay Samak" userId="5307509c-3a6e-47da-b024-dc6909734887" providerId="ADAL" clId="{6660D6DA-1C9A-4CAC-A2AF-123D6A528E70}" dt="2023-08-04T20:08:10.105" v="723"/>
          <ac:cxnSpMkLst>
            <pc:docMk/>
            <pc:sldMk cId="1298791134" sldId="292"/>
            <ac:cxnSpMk id="11" creationId="{5C46E5BB-6942-A579-1E4B-570D9401B6C6}"/>
          </ac:cxnSpMkLst>
        </pc:cxnChg>
      </pc:sldChg>
      <pc:sldChg chg="addSp modSp mod">
        <pc:chgData name="Chinmay Samak" userId="5307509c-3a6e-47da-b024-dc6909734887" providerId="ADAL" clId="{6660D6DA-1C9A-4CAC-A2AF-123D6A528E70}" dt="2023-08-04T20:06:56.570" v="704"/>
        <pc:sldMkLst>
          <pc:docMk/>
          <pc:sldMk cId="3024327809" sldId="293"/>
        </pc:sldMkLst>
        <pc:spChg chg="add mod">
          <ac:chgData name="Chinmay Samak" userId="5307509c-3a6e-47da-b024-dc6909734887" providerId="ADAL" clId="{6660D6DA-1C9A-4CAC-A2AF-123D6A528E70}" dt="2023-08-04T19:48:46.581" v="373" actId="20577"/>
          <ac:spMkLst>
            <pc:docMk/>
            <pc:sldMk cId="3024327809" sldId="293"/>
            <ac:spMk id="6" creationId="{727A99F7-C3EA-0DB3-47B1-FA3B0DEF52F9}"/>
          </ac:spMkLst>
        </pc:spChg>
        <pc:spChg chg="add mod">
          <ac:chgData name="Chinmay Samak" userId="5307509c-3a6e-47da-b024-dc6909734887" providerId="ADAL" clId="{6660D6DA-1C9A-4CAC-A2AF-123D6A528E70}" dt="2023-08-04T20:06:56.570" v="704"/>
          <ac:spMkLst>
            <pc:docMk/>
            <pc:sldMk cId="3024327809" sldId="293"/>
            <ac:spMk id="12" creationId="{2709FDD2-471F-0877-35FF-4D5D93C72330}"/>
          </ac:spMkLst>
        </pc:spChg>
        <pc:spChg chg="add mod">
          <ac:chgData name="Chinmay Samak" userId="5307509c-3a6e-47da-b024-dc6909734887" providerId="ADAL" clId="{6660D6DA-1C9A-4CAC-A2AF-123D6A528E70}" dt="2023-08-04T20:06:56.570" v="704"/>
          <ac:spMkLst>
            <pc:docMk/>
            <pc:sldMk cId="3024327809" sldId="293"/>
            <ac:spMk id="13" creationId="{79FDC10B-017F-70DD-428B-881E30F875D3}"/>
          </ac:spMkLst>
        </pc:spChg>
        <pc:spChg chg="add mod">
          <ac:chgData name="Chinmay Samak" userId="5307509c-3a6e-47da-b024-dc6909734887" providerId="ADAL" clId="{6660D6DA-1C9A-4CAC-A2AF-123D6A528E70}" dt="2023-08-04T20:06:56.570" v="704"/>
          <ac:spMkLst>
            <pc:docMk/>
            <pc:sldMk cId="3024327809" sldId="293"/>
            <ac:spMk id="14" creationId="{FA1FCE22-95F9-F959-AA74-21481F8E8EA7}"/>
          </ac:spMkLst>
        </pc:spChg>
        <pc:spChg chg="add mod">
          <ac:chgData name="Chinmay Samak" userId="5307509c-3a6e-47da-b024-dc6909734887" providerId="ADAL" clId="{6660D6DA-1C9A-4CAC-A2AF-123D6A528E70}" dt="2023-08-04T20:06:56.570" v="704"/>
          <ac:spMkLst>
            <pc:docMk/>
            <pc:sldMk cId="3024327809" sldId="293"/>
            <ac:spMk id="15" creationId="{700B6263-6AC6-CDF7-7601-A9A7137336A1}"/>
          </ac:spMkLst>
        </pc:spChg>
        <pc:spChg chg="add mod">
          <ac:chgData name="Chinmay Samak" userId="5307509c-3a6e-47da-b024-dc6909734887" providerId="ADAL" clId="{6660D6DA-1C9A-4CAC-A2AF-123D6A528E70}" dt="2023-08-04T20:06:56.570" v="704"/>
          <ac:spMkLst>
            <pc:docMk/>
            <pc:sldMk cId="3024327809" sldId="293"/>
            <ac:spMk id="16" creationId="{F11E9B6A-C3F0-1FA9-AE9B-B1607495FBBC}"/>
          </ac:spMkLst>
        </pc:spChg>
        <pc:spChg chg="add mod">
          <ac:chgData name="Chinmay Samak" userId="5307509c-3a6e-47da-b024-dc6909734887" providerId="ADAL" clId="{6660D6DA-1C9A-4CAC-A2AF-123D6A528E70}" dt="2023-08-04T20:06:56.570" v="704"/>
          <ac:spMkLst>
            <pc:docMk/>
            <pc:sldMk cId="3024327809" sldId="293"/>
            <ac:spMk id="17" creationId="{C684BF34-EF0C-EC1D-0E1F-B17B59923C42}"/>
          </ac:spMkLst>
        </pc:spChg>
        <pc:spChg chg="add mod">
          <ac:chgData name="Chinmay Samak" userId="5307509c-3a6e-47da-b024-dc6909734887" providerId="ADAL" clId="{6660D6DA-1C9A-4CAC-A2AF-123D6A528E70}" dt="2023-08-04T20:06:56.570" v="704"/>
          <ac:spMkLst>
            <pc:docMk/>
            <pc:sldMk cId="3024327809" sldId="293"/>
            <ac:spMk id="18" creationId="{783055B6-EA92-2936-B90F-CCF8AD71386C}"/>
          </ac:spMkLst>
        </pc:spChg>
        <pc:spChg chg="add mod">
          <ac:chgData name="Chinmay Samak" userId="5307509c-3a6e-47da-b024-dc6909734887" providerId="ADAL" clId="{6660D6DA-1C9A-4CAC-A2AF-123D6A528E70}" dt="2023-08-04T20:06:56.570" v="704"/>
          <ac:spMkLst>
            <pc:docMk/>
            <pc:sldMk cId="3024327809" sldId="293"/>
            <ac:spMk id="19" creationId="{45A9CCA4-E22F-22CA-6CF3-43A4409F454D}"/>
          </ac:spMkLst>
        </pc:spChg>
        <pc:picChg chg="mod">
          <ac:chgData name="Chinmay Samak" userId="5307509c-3a6e-47da-b024-dc6909734887" providerId="ADAL" clId="{6660D6DA-1C9A-4CAC-A2AF-123D6A528E70}" dt="2023-08-04T19:48:53.088" v="377" actId="1035"/>
          <ac:picMkLst>
            <pc:docMk/>
            <pc:sldMk cId="3024327809" sldId="293"/>
            <ac:picMk id="2050" creationId="{8F026D87-965C-1223-EF3A-DBCF27FCB3EB}"/>
          </ac:picMkLst>
        </pc:picChg>
        <pc:cxnChg chg="add mod">
          <ac:chgData name="Chinmay Samak" userId="5307509c-3a6e-47da-b024-dc6909734887" providerId="ADAL" clId="{6660D6DA-1C9A-4CAC-A2AF-123D6A528E70}" dt="2023-08-04T20:06:56.570" v="704"/>
          <ac:cxnSpMkLst>
            <pc:docMk/>
            <pc:sldMk cId="3024327809" sldId="293"/>
            <ac:cxnSpMk id="7" creationId="{B17728B4-A17A-978A-0B48-89F7AD0930D1}"/>
          </ac:cxnSpMkLst>
        </pc:cxnChg>
        <pc:cxnChg chg="add mod">
          <ac:chgData name="Chinmay Samak" userId="5307509c-3a6e-47da-b024-dc6909734887" providerId="ADAL" clId="{6660D6DA-1C9A-4CAC-A2AF-123D6A528E70}" dt="2023-08-04T20:06:56.570" v="704"/>
          <ac:cxnSpMkLst>
            <pc:docMk/>
            <pc:sldMk cId="3024327809" sldId="293"/>
            <ac:cxnSpMk id="8" creationId="{8F53C453-C316-0707-B3CB-E06F940A4544}"/>
          </ac:cxnSpMkLst>
        </pc:cxnChg>
        <pc:cxnChg chg="add mod">
          <ac:chgData name="Chinmay Samak" userId="5307509c-3a6e-47da-b024-dc6909734887" providerId="ADAL" clId="{6660D6DA-1C9A-4CAC-A2AF-123D6A528E70}" dt="2023-08-04T20:06:56.570" v="704"/>
          <ac:cxnSpMkLst>
            <pc:docMk/>
            <pc:sldMk cId="3024327809" sldId="293"/>
            <ac:cxnSpMk id="9" creationId="{58922005-813D-2982-C651-E8542E0F3482}"/>
          </ac:cxnSpMkLst>
        </pc:cxnChg>
        <pc:cxnChg chg="add mod">
          <ac:chgData name="Chinmay Samak" userId="5307509c-3a6e-47da-b024-dc6909734887" providerId="ADAL" clId="{6660D6DA-1C9A-4CAC-A2AF-123D6A528E70}" dt="2023-08-04T20:06:56.570" v="704"/>
          <ac:cxnSpMkLst>
            <pc:docMk/>
            <pc:sldMk cId="3024327809" sldId="293"/>
            <ac:cxnSpMk id="10" creationId="{D65E14C8-D68C-AA3D-0BA2-FFA65ADB770E}"/>
          </ac:cxnSpMkLst>
        </pc:cxnChg>
        <pc:cxnChg chg="add mod">
          <ac:chgData name="Chinmay Samak" userId="5307509c-3a6e-47da-b024-dc6909734887" providerId="ADAL" clId="{6660D6DA-1C9A-4CAC-A2AF-123D6A528E70}" dt="2023-08-04T20:06:56.570" v="704"/>
          <ac:cxnSpMkLst>
            <pc:docMk/>
            <pc:sldMk cId="3024327809" sldId="293"/>
            <ac:cxnSpMk id="11" creationId="{FB9E8AD9-63A9-8464-AD66-4BF005686AEA}"/>
          </ac:cxnSpMkLst>
        </pc:cxnChg>
      </pc:sldChg>
      <pc:sldChg chg="addSp modSp mod">
        <pc:chgData name="Chinmay Samak" userId="5307509c-3a6e-47da-b024-dc6909734887" providerId="ADAL" clId="{6660D6DA-1C9A-4CAC-A2AF-123D6A528E70}" dt="2023-08-04T20:06:58.283" v="705"/>
        <pc:sldMkLst>
          <pc:docMk/>
          <pc:sldMk cId="3337776574" sldId="294"/>
        </pc:sldMkLst>
        <pc:spChg chg="add mod">
          <ac:chgData name="Chinmay Samak" userId="5307509c-3a6e-47da-b024-dc6909734887" providerId="ADAL" clId="{6660D6DA-1C9A-4CAC-A2AF-123D6A528E70}" dt="2023-08-04T19:49:44.735" v="456" actId="20577"/>
          <ac:spMkLst>
            <pc:docMk/>
            <pc:sldMk cId="3337776574" sldId="294"/>
            <ac:spMk id="6" creationId="{7674E10B-3724-5E95-69B2-5484C06A51D2}"/>
          </ac:spMkLst>
        </pc:spChg>
        <pc:spChg chg="add mod">
          <ac:chgData name="Chinmay Samak" userId="5307509c-3a6e-47da-b024-dc6909734887" providerId="ADAL" clId="{6660D6DA-1C9A-4CAC-A2AF-123D6A528E70}" dt="2023-08-04T20:06:58.283" v="705"/>
          <ac:spMkLst>
            <pc:docMk/>
            <pc:sldMk cId="3337776574" sldId="294"/>
            <ac:spMk id="12" creationId="{F26D6575-5E94-CE04-1001-D376421964A3}"/>
          </ac:spMkLst>
        </pc:spChg>
        <pc:spChg chg="add mod">
          <ac:chgData name="Chinmay Samak" userId="5307509c-3a6e-47da-b024-dc6909734887" providerId="ADAL" clId="{6660D6DA-1C9A-4CAC-A2AF-123D6A528E70}" dt="2023-08-04T20:06:58.283" v="705"/>
          <ac:spMkLst>
            <pc:docMk/>
            <pc:sldMk cId="3337776574" sldId="294"/>
            <ac:spMk id="13" creationId="{0279D921-88FC-5F84-5300-A5509D4FB3A0}"/>
          </ac:spMkLst>
        </pc:spChg>
        <pc:spChg chg="add mod">
          <ac:chgData name="Chinmay Samak" userId="5307509c-3a6e-47da-b024-dc6909734887" providerId="ADAL" clId="{6660D6DA-1C9A-4CAC-A2AF-123D6A528E70}" dt="2023-08-04T20:06:58.283" v="705"/>
          <ac:spMkLst>
            <pc:docMk/>
            <pc:sldMk cId="3337776574" sldId="294"/>
            <ac:spMk id="14" creationId="{A01EADA5-138A-6E6A-7676-E1C35366B27E}"/>
          </ac:spMkLst>
        </pc:spChg>
        <pc:spChg chg="add mod">
          <ac:chgData name="Chinmay Samak" userId="5307509c-3a6e-47da-b024-dc6909734887" providerId="ADAL" clId="{6660D6DA-1C9A-4CAC-A2AF-123D6A528E70}" dt="2023-08-04T20:06:58.283" v="705"/>
          <ac:spMkLst>
            <pc:docMk/>
            <pc:sldMk cId="3337776574" sldId="294"/>
            <ac:spMk id="15" creationId="{D7D59661-D53C-BBE6-C445-D89433A61662}"/>
          </ac:spMkLst>
        </pc:spChg>
        <pc:spChg chg="add mod">
          <ac:chgData name="Chinmay Samak" userId="5307509c-3a6e-47da-b024-dc6909734887" providerId="ADAL" clId="{6660D6DA-1C9A-4CAC-A2AF-123D6A528E70}" dt="2023-08-04T20:06:58.283" v="705"/>
          <ac:spMkLst>
            <pc:docMk/>
            <pc:sldMk cId="3337776574" sldId="294"/>
            <ac:spMk id="16" creationId="{3104E36B-FD50-1B24-DEAF-F154B78B48AE}"/>
          </ac:spMkLst>
        </pc:spChg>
        <pc:spChg chg="add mod">
          <ac:chgData name="Chinmay Samak" userId="5307509c-3a6e-47da-b024-dc6909734887" providerId="ADAL" clId="{6660D6DA-1C9A-4CAC-A2AF-123D6A528E70}" dt="2023-08-04T20:06:58.283" v="705"/>
          <ac:spMkLst>
            <pc:docMk/>
            <pc:sldMk cId="3337776574" sldId="294"/>
            <ac:spMk id="17" creationId="{E46279EA-7C80-E686-A05C-18B2A6325992}"/>
          </ac:spMkLst>
        </pc:spChg>
        <pc:spChg chg="add mod">
          <ac:chgData name="Chinmay Samak" userId="5307509c-3a6e-47da-b024-dc6909734887" providerId="ADAL" clId="{6660D6DA-1C9A-4CAC-A2AF-123D6A528E70}" dt="2023-08-04T20:06:58.283" v="705"/>
          <ac:spMkLst>
            <pc:docMk/>
            <pc:sldMk cId="3337776574" sldId="294"/>
            <ac:spMk id="18" creationId="{02AE3D6F-4F31-07AB-20F1-A0A812B19EC2}"/>
          </ac:spMkLst>
        </pc:spChg>
        <pc:spChg chg="add mod">
          <ac:chgData name="Chinmay Samak" userId="5307509c-3a6e-47da-b024-dc6909734887" providerId="ADAL" clId="{6660D6DA-1C9A-4CAC-A2AF-123D6A528E70}" dt="2023-08-04T20:06:58.283" v="705"/>
          <ac:spMkLst>
            <pc:docMk/>
            <pc:sldMk cId="3337776574" sldId="294"/>
            <ac:spMk id="19" creationId="{61E94A8A-2A49-5206-59DB-D1F8EC96DFED}"/>
          </ac:spMkLst>
        </pc:spChg>
        <pc:picChg chg="mod">
          <ac:chgData name="Chinmay Samak" userId="5307509c-3a6e-47da-b024-dc6909734887" providerId="ADAL" clId="{6660D6DA-1C9A-4CAC-A2AF-123D6A528E70}" dt="2023-08-04T19:49:06.104" v="414" actId="1035"/>
          <ac:picMkLst>
            <pc:docMk/>
            <pc:sldMk cId="3337776574" sldId="294"/>
            <ac:picMk id="1028" creationId="{D3BDF3AE-E016-AFAE-569C-A01CBEFCE3DD}"/>
          </ac:picMkLst>
        </pc:picChg>
        <pc:cxnChg chg="add mod">
          <ac:chgData name="Chinmay Samak" userId="5307509c-3a6e-47da-b024-dc6909734887" providerId="ADAL" clId="{6660D6DA-1C9A-4CAC-A2AF-123D6A528E70}" dt="2023-08-04T20:06:58.283" v="705"/>
          <ac:cxnSpMkLst>
            <pc:docMk/>
            <pc:sldMk cId="3337776574" sldId="294"/>
            <ac:cxnSpMk id="7" creationId="{F3277E08-32D0-9D36-44BE-59843BC23491}"/>
          </ac:cxnSpMkLst>
        </pc:cxnChg>
        <pc:cxnChg chg="add mod">
          <ac:chgData name="Chinmay Samak" userId="5307509c-3a6e-47da-b024-dc6909734887" providerId="ADAL" clId="{6660D6DA-1C9A-4CAC-A2AF-123D6A528E70}" dt="2023-08-04T20:06:58.283" v="705"/>
          <ac:cxnSpMkLst>
            <pc:docMk/>
            <pc:sldMk cId="3337776574" sldId="294"/>
            <ac:cxnSpMk id="8" creationId="{2A7496B9-023A-C710-FAD0-525A676BAF36}"/>
          </ac:cxnSpMkLst>
        </pc:cxnChg>
        <pc:cxnChg chg="add mod">
          <ac:chgData name="Chinmay Samak" userId="5307509c-3a6e-47da-b024-dc6909734887" providerId="ADAL" clId="{6660D6DA-1C9A-4CAC-A2AF-123D6A528E70}" dt="2023-08-04T20:06:58.283" v="705"/>
          <ac:cxnSpMkLst>
            <pc:docMk/>
            <pc:sldMk cId="3337776574" sldId="294"/>
            <ac:cxnSpMk id="9" creationId="{AA760450-201B-65D9-BCB4-4F79392B0EAD}"/>
          </ac:cxnSpMkLst>
        </pc:cxnChg>
        <pc:cxnChg chg="add mod">
          <ac:chgData name="Chinmay Samak" userId="5307509c-3a6e-47da-b024-dc6909734887" providerId="ADAL" clId="{6660D6DA-1C9A-4CAC-A2AF-123D6A528E70}" dt="2023-08-04T20:06:58.283" v="705"/>
          <ac:cxnSpMkLst>
            <pc:docMk/>
            <pc:sldMk cId="3337776574" sldId="294"/>
            <ac:cxnSpMk id="10" creationId="{75B89A27-AD9C-3EC2-AF75-72C0F8B0A53C}"/>
          </ac:cxnSpMkLst>
        </pc:cxnChg>
        <pc:cxnChg chg="add mod">
          <ac:chgData name="Chinmay Samak" userId="5307509c-3a6e-47da-b024-dc6909734887" providerId="ADAL" clId="{6660D6DA-1C9A-4CAC-A2AF-123D6A528E70}" dt="2023-08-04T20:06:58.283" v="705"/>
          <ac:cxnSpMkLst>
            <pc:docMk/>
            <pc:sldMk cId="3337776574" sldId="294"/>
            <ac:cxnSpMk id="11" creationId="{17E3EB63-47B8-F102-2A39-ABC3D3AC1B8A}"/>
          </ac:cxnSpMkLst>
        </pc:cxnChg>
      </pc:sldChg>
      <pc:sldChg chg="addSp delSp modSp mod">
        <pc:chgData name="Chinmay Samak" userId="5307509c-3a6e-47da-b024-dc6909734887" providerId="ADAL" clId="{6660D6DA-1C9A-4CAC-A2AF-123D6A528E70}" dt="2023-08-04T20:05:34.043" v="694"/>
        <pc:sldMkLst>
          <pc:docMk/>
          <pc:sldMk cId="4116831080" sldId="295"/>
        </pc:sldMkLst>
        <pc:spChg chg="del">
          <ac:chgData name="Chinmay Samak" userId="5307509c-3a6e-47da-b024-dc6909734887" providerId="ADAL" clId="{6660D6DA-1C9A-4CAC-A2AF-123D6A528E70}" dt="2023-08-04T20:05:22.667" v="689" actId="478"/>
          <ac:spMkLst>
            <pc:docMk/>
            <pc:sldMk cId="4116831080" sldId="295"/>
            <ac:spMk id="27" creationId="{8A7F2E59-3AD5-D806-DE0A-44EB0CBC0508}"/>
          </ac:spMkLst>
        </pc:spChg>
        <pc:spChg chg="add del mod">
          <ac:chgData name="Chinmay Samak" userId="5307509c-3a6e-47da-b024-dc6909734887" providerId="ADAL" clId="{6660D6DA-1C9A-4CAC-A2AF-123D6A528E70}" dt="2023-08-04T20:05:28.105" v="693"/>
          <ac:spMkLst>
            <pc:docMk/>
            <pc:sldMk cId="4116831080" sldId="295"/>
            <ac:spMk id="31" creationId="{DA22C062-A39A-9CA6-87B4-19460872CD8F}"/>
          </ac:spMkLst>
        </pc:spChg>
        <pc:spChg chg="mod">
          <ac:chgData name="Chinmay Samak" userId="5307509c-3a6e-47da-b024-dc6909734887" providerId="ADAL" clId="{6660D6DA-1C9A-4CAC-A2AF-123D6A528E70}" dt="2023-08-04T20:05:34.043" v="694"/>
          <ac:spMkLst>
            <pc:docMk/>
            <pc:sldMk cId="4116831080" sldId="295"/>
            <ac:spMk id="34" creationId="{4F15FAA0-8057-1D15-9A1B-7257350AABD5}"/>
          </ac:spMkLst>
        </pc:spChg>
        <pc:spChg chg="mod">
          <ac:chgData name="Chinmay Samak" userId="5307509c-3a6e-47da-b024-dc6909734887" providerId="ADAL" clId="{6660D6DA-1C9A-4CAC-A2AF-123D6A528E70}" dt="2023-08-04T20:05:34.043" v="694"/>
          <ac:spMkLst>
            <pc:docMk/>
            <pc:sldMk cId="4116831080" sldId="295"/>
            <ac:spMk id="35" creationId="{A3C0055C-2A0E-91DA-8326-AFA5942D80DB}"/>
          </ac:spMkLst>
        </pc:spChg>
        <pc:spChg chg="add mod">
          <ac:chgData name="Chinmay Samak" userId="5307509c-3a6e-47da-b024-dc6909734887" providerId="ADAL" clId="{6660D6DA-1C9A-4CAC-A2AF-123D6A528E70}" dt="2023-08-04T20:05:34.043" v="694"/>
          <ac:spMkLst>
            <pc:docMk/>
            <pc:sldMk cId="4116831080" sldId="295"/>
            <ac:spMk id="37" creationId="{53E4B8FC-0D39-CB62-E208-9172E6DB0AB9}"/>
          </ac:spMkLst>
        </pc:spChg>
        <pc:grpChg chg="del">
          <ac:chgData name="Chinmay Samak" userId="5307509c-3a6e-47da-b024-dc6909734887" providerId="ADAL" clId="{6660D6DA-1C9A-4CAC-A2AF-123D6A528E70}" dt="2023-08-04T20:05:25.932" v="691" actId="478"/>
          <ac:grpSpMkLst>
            <pc:docMk/>
            <pc:sldMk cId="4116831080" sldId="295"/>
            <ac:grpSpMk id="11" creationId="{D0CF4A1B-98BB-0FA8-F4E2-BB07A4B6DF8F}"/>
          </ac:grpSpMkLst>
        </pc:grpChg>
        <pc:grpChg chg="add mod">
          <ac:chgData name="Chinmay Samak" userId="5307509c-3a6e-47da-b024-dc6909734887" providerId="ADAL" clId="{6660D6DA-1C9A-4CAC-A2AF-123D6A528E70}" dt="2023-08-04T20:05:34.043" v="694"/>
          <ac:grpSpMkLst>
            <pc:docMk/>
            <pc:sldMk cId="4116831080" sldId="295"/>
            <ac:grpSpMk id="33" creationId="{9B38E919-E21C-4D3B-A9A1-680559F6C6B4}"/>
          </ac:grpSpMkLst>
        </pc:grpChg>
        <pc:graphicFrameChg chg="mod">
          <ac:chgData name="Chinmay Samak" userId="5307509c-3a6e-47da-b024-dc6909734887" providerId="ADAL" clId="{6660D6DA-1C9A-4CAC-A2AF-123D6A528E70}" dt="2023-08-04T20:05:34.043" v="694"/>
          <ac:graphicFrameMkLst>
            <pc:docMk/>
            <pc:sldMk cId="4116831080" sldId="295"/>
            <ac:graphicFrameMk id="36" creationId="{81E89A81-3FAA-BBD9-B319-6EDF162322EE}"/>
          </ac:graphicFrameMkLst>
        </pc:graphicFrameChg>
        <pc:picChg chg="del">
          <ac:chgData name="Chinmay Samak" userId="5307509c-3a6e-47da-b024-dc6909734887" providerId="ADAL" clId="{6660D6DA-1C9A-4CAC-A2AF-123D6A528E70}" dt="2023-08-04T20:05:24.609" v="690" actId="478"/>
          <ac:picMkLst>
            <pc:docMk/>
            <pc:sldMk cId="4116831080" sldId="295"/>
            <ac:picMk id="28" creationId="{98004BB4-808D-8893-ECC1-323916B68D20}"/>
          </ac:picMkLst>
        </pc:picChg>
        <pc:picChg chg="add del mod">
          <ac:chgData name="Chinmay Samak" userId="5307509c-3a6e-47da-b024-dc6909734887" providerId="ADAL" clId="{6660D6DA-1C9A-4CAC-A2AF-123D6A528E70}" dt="2023-08-04T20:05:28.105" v="693"/>
          <ac:picMkLst>
            <pc:docMk/>
            <pc:sldMk cId="4116831080" sldId="295"/>
            <ac:picMk id="32" creationId="{6027F398-4E73-15F7-A873-FEF5EEE06D3A}"/>
          </ac:picMkLst>
        </pc:picChg>
        <pc:picChg chg="add mod">
          <ac:chgData name="Chinmay Samak" userId="5307509c-3a6e-47da-b024-dc6909734887" providerId="ADAL" clId="{6660D6DA-1C9A-4CAC-A2AF-123D6A528E70}" dt="2023-08-04T20:05:34.043" v="694"/>
          <ac:picMkLst>
            <pc:docMk/>
            <pc:sldMk cId="4116831080" sldId="295"/>
            <ac:picMk id="38" creationId="{9266D2A3-7151-EE44-A0EE-25AE66252EDC}"/>
          </ac:picMkLst>
        </pc:picChg>
      </pc:sldChg>
      <pc:sldChg chg="addSp modSp mod">
        <pc:chgData name="Chinmay Samak" userId="5307509c-3a6e-47da-b024-dc6909734887" providerId="ADAL" clId="{6660D6DA-1C9A-4CAC-A2AF-123D6A528E70}" dt="2023-08-04T20:18:32.059" v="777"/>
        <pc:sldMkLst>
          <pc:docMk/>
          <pc:sldMk cId="4199389688" sldId="296"/>
        </pc:sldMkLst>
        <pc:spChg chg="mod">
          <ac:chgData name="Chinmay Samak" userId="5307509c-3a6e-47da-b024-dc6909734887" providerId="ADAL" clId="{6660D6DA-1C9A-4CAC-A2AF-123D6A528E70}" dt="2023-08-04T20:18:08.896" v="762" actId="20577"/>
          <ac:spMkLst>
            <pc:docMk/>
            <pc:sldMk cId="4199389688" sldId="296"/>
            <ac:spMk id="2" creationId="{844D4E26-B530-D556-4747-3FCE832AFF15}"/>
          </ac:spMkLst>
        </pc:spChg>
        <pc:spChg chg="add mod">
          <ac:chgData name="Chinmay Samak" userId="5307509c-3a6e-47da-b024-dc6909734887" providerId="ADAL" clId="{6660D6DA-1C9A-4CAC-A2AF-123D6A528E70}" dt="2023-08-04T20:07:24.654" v="711"/>
          <ac:spMkLst>
            <pc:docMk/>
            <pc:sldMk cId="4199389688" sldId="296"/>
            <ac:spMk id="11" creationId="{54A2C724-5F38-6385-0486-B06ACAE99959}"/>
          </ac:spMkLst>
        </pc:spChg>
        <pc:spChg chg="add mod">
          <ac:chgData name="Chinmay Samak" userId="5307509c-3a6e-47da-b024-dc6909734887" providerId="ADAL" clId="{6660D6DA-1C9A-4CAC-A2AF-123D6A528E70}" dt="2023-08-04T20:07:24.654" v="711"/>
          <ac:spMkLst>
            <pc:docMk/>
            <pc:sldMk cId="4199389688" sldId="296"/>
            <ac:spMk id="12" creationId="{1C4E54F2-291D-50FE-0EBD-ADB83D3B7566}"/>
          </ac:spMkLst>
        </pc:spChg>
        <pc:spChg chg="add mod">
          <ac:chgData name="Chinmay Samak" userId="5307509c-3a6e-47da-b024-dc6909734887" providerId="ADAL" clId="{6660D6DA-1C9A-4CAC-A2AF-123D6A528E70}" dt="2023-08-04T20:07:24.654" v="711"/>
          <ac:spMkLst>
            <pc:docMk/>
            <pc:sldMk cId="4199389688" sldId="296"/>
            <ac:spMk id="13" creationId="{4220FB5C-B30E-277D-E45C-85CF62D60A21}"/>
          </ac:spMkLst>
        </pc:spChg>
        <pc:spChg chg="add mod">
          <ac:chgData name="Chinmay Samak" userId="5307509c-3a6e-47da-b024-dc6909734887" providerId="ADAL" clId="{6660D6DA-1C9A-4CAC-A2AF-123D6A528E70}" dt="2023-08-04T20:07:24.654" v="711"/>
          <ac:spMkLst>
            <pc:docMk/>
            <pc:sldMk cId="4199389688" sldId="296"/>
            <ac:spMk id="14" creationId="{B30C04CA-8E9A-1C0C-91D8-17F9ECEA6656}"/>
          </ac:spMkLst>
        </pc:spChg>
        <pc:spChg chg="add mod">
          <ac:chgData name="Chinmay Samak" userId="5307509c-3a6e-47da-b024-dc6909734887" providerId="ADAL" clId="{6660D6DA-1C9A-4CAC-A2AF-123D6A528E70}" dt="2023-08-04T20:07:24.654" v="711"/>
          <ac:spMkLst>
            <pc:docMk/>
            <pc:sldMk cId="4199389688" sldId="296"/>
            <ac:spMk id="15" creationId="{97424DDE-0F06-7EF5-1467-B59A9CD220B4}"/>
          </ac:spMkLst>
        </pc:spChg>
        <pc:spChg chg="add mod">
          <ac:chgData name="Chinmay Samak" userId="5307509c-3a6e-47da-b024-dc6909734887" providerId="ADAL" clId="{6660D6DA-1C9A-4CAC-A2AF-123D6A528E70}" dt="2023-08-04T20:07:24.654" v="711"/>
          <ac:spMkLst>
            <pc:docMk/>
            <pc:sldMk cId="4199389688" sldId="296"/>
            <ac:spMk id="16" creationId="{96222C2C-9BD7-C071-C7D6-2566509D7B6C}"/>
          </ac:spMkLst>
        </pc:spChg>
        <pc:spChg chg="add mod">
          <ac:chgData name="Chinmay Samak" userId="5307509c-3a6e-47da-b024-dc6909734887" providerId="ADAL" clId="{6660D6DA-1C9A-4CAC-A2AF-123D6A528E70}" dt="2023-08-04T20:07:24.654" v="711"/>
          <ac:spMkLst>
            <pc:docMk/>
            <pc:sldMk cId="4199389688" sldId="296"/>
            <ac:spMk id="17" creationId="{D5AA2643-0854-E239-2ACE-E8DF500DC559}"/>
          </ac:spMkLst>
        </pc:spChg>
        <pc:spChg chg="add mod">
          <ac:chgData name="Chinmay Samak" userId="5307509c-3a6e-47da-b024-dc6909734887" providerId="ADAL" clId="{6660D6DA-1C9A-4CAC-A2AF-123D6A528E70}" dt="2023-08-04T20:07:24.654" v="711"/>
          <ac:spMkLst>
            <pc:docMk/>
            <pc:sldMk cId="4199389688" sldId="296"/>
            <ac:spMk id="18" creationId="{BE1D721D-9411-21F4-33F0-D9C22EEC2622}"/>
          </ac:spMkLst>
        </pc:spChg>
        <pc:graphicFrameChg chg="mod modGraphic">
          <ac:chgData name="Chinmay Samak" userId="5307509c-3a6e-47da-b024-dc6909734887" providerId="ADAL" clId="{6660D6DA-1C9A-4CAC-A2AF-123D6A528E70}" dt="2023-08-04T20:18:32.059" v="777"/>
          <ac:graphicFrameMkLst>
            <pc:docMk/>
            <pc:sldMk cId="4199389688" sldId="296"/>
            <ac:graphicFrameMk id="7" creationId="{C66C364F-858E-0CC4-A62A-08AAA5E15164}"/>
          </ac:graphicFrameMkLst>
        </pc:graphicFrameChg>
        <pc:cxnChg chg="add mod">
          <ac:chgData name="Chinmay Samak" userId="5307509c-3a6e-47da-b024-dc6909734887" providerId="ADAL" clId="{6660D6DA-1C9A-4CAC-A2AF-123D6A528E70}" dt="2023-08-04T20:07:24.654" v="711"/>
          <ac:cxnSpMkLst>
            <pc:docMk/>
            <pc:sldMk cId="4199389688" sldId="296"/>
            <ac:cxnSpMk id="3" creationId="{70DE1B67-A8A2-34F2-EBF2-49C456C9E94D}"/>
          </ac:cxnSpMkLst>
        </pc:cxnChg>
        <pc:cxnChg chg="add mod">
          <ac:chgData name="Chinmay Samak" userId="5307509c-3a6e-47da-b024-dc6909734887" providerId="ADAL" clId="{6660D6DA-1C9A-4CAC-A2AF-123D6A528E70}" dt="2023-08-04T20:07:24.654" v="711"/>
          <ac:cxnSpMkLst>
            <pc:docMk/>
            <pc:sldMk cId="4199389688" sldId="296"/>
            <ac:cxnSpMk id="6" creationId="{A859099F-6B0E-9DC9-5B17-30EA20E75E1E}"/>
          </ac:cxnSpMkLst>
        </pc:cxnChg>
        <pc:cxnChg chg="add mod">
          <ac:chgData name="Chinmay Samak" userId="5307509c-3a6e-47da-b024-dc6909734887" providerId="ADAL" clId="{6660D6DA-1C9A-4CAC-A2AF-123D6A528E70}" dt="2023-08-04T20:07:24.654" v="711"/>
          <ac:cxnSpMkLst>
            <pc:docMk/>
            <pc:sldMk cId="4199389688" sldId="296"/>
            <ac:cxnSpMk id="8" creationId="{40895141-8C42-519D-1797-C1476C21E141}"/>
          </ac:cxnSpMkLst>
        </pc:cxnChg>
        <pc:cxnChg chg="add mod">
          <ac:chgData name="Chinmay Samak" userId="5307509c-3a6e-47da-b024-dc6909734887" providerId="ADAL" clId="{6660D6DA-1C9A-4CAC-A2AF-123D6A528E70}" dt="2023-08-04T20:07:24.654" v="711"/>
          <ac:cxnSpMkLst>
            <pc:docMk/>
            <pc:sldMk cId="4199389688" sldId="296"/>
            <ac:cxnSpMk id="9" creationId="{B9B9F55F-C4CE-1601-9085-4B1F0B712004}"/>
          </ac:cxnSpMkLst>
        </pc:cxnChg>
        <pc:cxnChg chg="add mod">
          <ac:chgData name="Chinmay Samak" userId="5307509c-3a6e-47da-b024-dc6909734887" providerId="ADAL" clId="{6660D6DA-1C9A-4CAC-A2AF-123D6A528E70}" dt="2023-08-04T20:07:24.654" v="711"/>
          <ac:cxnSpMkLst>
            <pc:docMk/>
            <pc:sldMk cId="4199389688" sldId="296"/>
            <ac:cxnSpMk id="10" creationId="{9584FB8F-D945-5DA6-DCA2-9BE3EEE946D0}"/>
          </ac:cxnSpMkLst>
        </pc:cxnChg>
      </pc:sldChg>
      <pc:sldChg chg="addSp modSp mod">
        <pc:chgData name="Chinmay Samak" userId="5307509c-3a6e-47da-b024-dc6909734887" providerId="ADAL" clId="{6660D6DA-1C9A-4CAC-A2AF-123D6A528E70}" dt="2023-08-04T20:21:12.538" v="821" actId="21"/>
        <pc:sldMkLst>
          <pc:docMk/>
          <pc:sldMk cId="2582387226" sldId="297"/>
        </pc:sldMkLst>
        <pc:spChg chg="mod">
          <ac:chgData name="Chinmay Samak" userId="5307509c-3a6e-47da-b024-dc6909734887" providerId="ADAL" clId="{6660D6DA-1C9A-4CAC-A2AF-123D6A528E70}" dt="2023-08-04T20:18:14.630" v="768" actId="20577"/>
          <ac:spMkLst>
            <pc:docMk/>
            <pc:sldMk cId="2582387226" sldId="297"/>
            <ac:spMk id="2" creationId="{844D4E26-B530-D556-4747-3FCE832AFF15}"/>
          </ac:spMkLst>
        </pc:spChg>
        <pc:spChg chg="add mod">
          <ac:chgData name="Chinmay Samak" userId="5307509c-3a6e-47da-b024-dc6909734887" providerId="ADAL" clId="{6660D6DA-1C9A-4CAC-A2AF-123D6A528E70}" dt="2023-08-04T20:07:28.674" v="712"/>
          <ac:spMkLst>
            <pc:docMk/>
            <pc:sldMk cId="2582387226" sldId="297"/>
            <ac:spMk id="11" creationId="{63A1B1D9-07D3-DEB8-589F-90B6AD4EA216}"/>
          </ac:spMkLst>
        </pc:spChg>
        <pc:spChg chg="add mod">
          <ac:chgData name="Chinmay Samak" userId="5307509c-3a6e-47da-b024-dc6909734887" providerId="ADAL" clId="{6660D6DA-1C9A-4CAC-A2AF-123D6A528E70}" dt="2023-08-04T20:07:28.674" v="712"/>
          <ac:spMkLst>
            <pc:docMk/>
            <pc:sldMk cId="2582387226" sldId="297"/>
            <ac:spMk id="12" creationId="{FD53104D-40D4-7975-A7F9-492FF07648C6}"/>
          </ac:spMkLst>
        </pc:spChg>
        <pc:spChg chg="add mod">
          <ac:chgData name="Chinmay Samak" userId="5307509c-3a6e-47da-b024-dc6909734887" providerId="ADAL" clId="{6660D6DA-1C9A-4CAC-A2AF-123D6A528E70}" dt="2023-08-04T20:07:28.674" v="712"/>
          <ac:spMkLst>
            <pc:docMk/>
            <pc:sldMk cId="2582387226" sldId="297"/>
            <ac:spMk id="13" creationId="{3AE171C8-D20C-477D-F109-E3DA6D124322}"/>
          </ac:spMkLst>
        </pc:spChg>
        <pc:spChg chg="add mod">
          <ac:chgData name="Chinmay Samak" userId="5307509c-3a6e-47da-b024-dc6909734887" providerId="ADAL" clId="{6660D6DA-1C9A-4CAC-A2AF-123D6A528E70}" dt="2023-08-04T20:07:28.674" v="712"/>
          <ac:spMkLst>
            <pc:docMk/>
            <pc:sldMk cId="2582387226" sldId="297"/>
            <ac:spMk id="14" creationId="{CAECEB25-1066-E623-63E3-367AED95E21A}"/>
          </ac:spMkLst>
        </pc:spChg>
        <pc:spChg chg="add mod">
          <ac:chgData name="Chinmay Samak" userId="5307509c-3a6e-47da-b024-dc6909734887" providerId="ADAL" clId="{6660D6DA-1C9A-4CAC-A2AF-123D6A528E70}" dt="2023-08-04T20:07:28.674" v="712"/>
          <ac:spMkLst>
            <pc:docMk/>
            <pc:sldMk cId="2582387226" sldId="297"/>
            <ac:spMk id="15" creationId="{D2636020-9C5E-04B8-4919-0D58615B706C}"/>
          </ac:spMkLst>
        </pc:spChg>
        <pc:spChg chg="add mod">
          <ac:chgData name="Chinmay Samak" userId="5307509c-3a6e-47da-b024-dc6909734887" providerId="ADAL" clId="{6660D6DA-1C9A-4CAC-A2AF-123D6A528E70}" dt="2023-08-04T20:07:28.674" v="712"/>
          <ac:spMkLst>
            <pc:docMk/>
            <pc:sldMk cId="2582387226" sldId="297"/>
            <ac:spMk id="16" creationId="{1E1A3E40-51AE-D610-B368-176F52396D81}"/>
          </ac:spMkLst>
        </pc:spChg>
        <pc:spChg chg="add mod">
          <ac:chgData name="Chinmay Samak" userId="5307509c-3a6e-47da-b024-dc6909734887" providerId="ADAL" clId="{6660D6DA-1C9A-4CAC-A2AF-123D6A528E70}" dt="2023-08-04T20:07:28.674" v="712"/>
          <ac:spMkLst>
            <pc:docMk/>
            <pc:sldMk cId="2582387226" sldId="297"/>
            <ac:spMk id="17" creationId="{3502B395-EC24-42AA-42C4-AAFBCA806B1B}"/>
          </ac:spMkLst>
        </pc:spChg>
        <pc:spChg chg="add mod">
          <ac:chgData name="Chinmay Samak" userId="5307509c-3a6e-47da-b024-dc6909734887" providerId="ADAL" clId="{6660D6DA-1C9A-4CAC-A2AF-123D6A528E70}" dt="2023-08-04T20:07:28.674" v="712"/>
          <ac:spMkLst>
            <pc:docMk/>
            <pc:sldMk cId="2582387226" sldId="297"/>
            <ac:spMk id="18" creationId="{A06995DE-BCF1-5BE4-2181-2619B2A5555A}"/>
          </ac:spMkLst>
        </pc:spChg>
        <pc:graphicFrameChg chg="mod modGraphic">
          <ac:chgData name="Chinmay Samak" userId="5307509c-3a6e-47da-b024-dc6909734887" providerId="ADAL" clId="{6660D6DA-1C9A-4CAC-A2AF-123D6A528E70}" dt="2023-08-04T20:21:12.538" v="821" actId="21"/>
          <ac:graphicFrameMkLst>
            <pc:docMk/>
            <pc:sldMk cId="2582387226" sldId="297"/>
            <ac:graphicFrameMk id="7" creationId="{C66C364F-858E-0CC4-A62A-08AAA5E15164}"/>
          </ac:graphicFrameMkLst>
        </pc:graphicFrameChg>
        <pc:cxnChg chg="add mod">
          <ac:chgData name="Chinmay Samak" userId="5307509c-3a6e-47da-b024-dc6909734887" providerId="ADAL" clId="{6660D6DA-1C9A-4CAC-A2AF-123D6A528E70}" dt="2023-08-04T20:07:28.674" v="712"/>
          <ac:cxnSpMkLst>
            <pc:docMk/>
            <pc:sldMk cId="2582387226" sldId="297"/>
            <ac:cxnSpMk id="3" creationId="{1E5A288D-BE5A-216A-2B6C-CA436682A254}"/>
          </ac:cxnSpMkLst>
        </pc:cxnChg>
        <pc:cxnChg chg="add mod">
          <ac:chgData name="Chinmay Samak" userId="5307509c-3a6e-47da-b024-dc6909734887" providerId="ADAL" clId="{6660D6DA-1C9A-4CAC-A2AF-123D6A528E70}" dt="2023-08-04T20:07:28.674" v="712"/>
          <ac:cxnSpMkLst>
            <pc:docMk/>
            <pc:sldMk cId="2582387226" sldId="297"/>
            <ac:cxnSpMk id="6" creationId="{2CE03730-221B-D52C-48E5-2940A3B37F67}"/>
          </ac:cxnSpMkLst>
        </pc:cxnChg>
        <pc:cxnChg chg="add mod">
          <ac:chgData name="Chinmay Samak" userId="5307509c-3a6e-47da-b024-dc6909734887" providerId="ADAL" clId="{6660D6DA-1C9A-4CAC-A2AF-123D6A528E70}" dt="2023-08-04T20:07:28.674" v="712"/>
          <ac:cxnSpMkLst>
            <pc:docMk/>
            <pc:sldMk cId="2582387226" sldId="297"/>
            <ac:cxnSpMk id="8" creationId="{5602FA50-19E0-474E-7FCB-C903EC460A41}"/>
          </ac:cxnSpMkLst>
        </pc:cxnChg>
        <pc:cxnChg chg="add mod">
          <ac:chgData name="Chinmay Samak" userId="5307509c-3a6e-47da-b024-dc6909734887" providerId="ADAL" clId="{6660D6DA-1C9A-4CAC-A2AF-123D6A528E70}" dt="2023-08-04T20:07:28.674" v="712"/>
          <ac:cxnSpMkLst>
            <pc:docMk/>
            <pc:sldMk cId="2582387226" sldId="297"/>
            <ac:cxnSpMk id="9" creationId="{EA609BA4-28A7-0304-0458-E6C922DB9574}"/>
          </ac:cxnSpMkLst>
        </pc:cxnChg>
        <pc:cxnChg chg="add mod">
          <ac:chgData name="Chinmay Samak" userId="5307509c-3a6e-47da-b024-dc6909734887" providerId="ADAL" clId="{6660D6DA-1C9A-4CAC-A2AF-123D6A528E70}" dt="2023-08-04T20:07:28.674" v="712"/>
          <ac:cxnSpMkLst>
            <pc:docMk/>
            <pc:sldMk cId="2582387226" sldId="297"/>
            <ac:cxnSpMk id="10" creationId="{CF5D20FB-9116-907B-D8C0-8BCC9E18BD4A}"/>
          </ac:cxnSpMkLst>
        </pc:cxnChg>
      </pc:sldChg>
      <pc:sldChg chg="addSp modSp mod ord">
        <pc:chgData name="Chinmay Samak" userId="5307509c-3a6e-47da-b024-dc6909734887" providerId="ADAL" clId="{6660D6DA-1C9A-4CAC-A2AF-123D6A528E70}" dt="2023-08-04T20:23:40.141" v="834" actId="20577"/>
        <pc:sldMkLst>
          <pc:docMk/>
          <pc:sldMk cId="3583214487" sldId="298"/>
        </pc:sldMkLst>
        <pc:spChg chg="mod">
          <ac:chgData name="Chinmay Samak" userId="5307509c-3a6e-47da-b024-dc6909734887" providerId="ADAL" clId="{6660D6DA-1C9A-4CAC-A2AF-123D6A528E70}" dt="2023-08-04T20:19:09.512" v="795" actId="20577"/>
          <ac:spMkLst>
            <pc:docMk/>
            <pc:sldMk cId="3583214487" sldId="298"/>
            <ac:spMk id="2" creationId="{844D4E26-B530-D556-4747-3FCE832AFF15}"/>
          </ac:spMkLst>
        </pc:spChg>
        <pc:spChg chg="add mod">
          <ac:chgData name="Chinmay Samak" userId="5307509c-3a6e-47da-b024-dc6909734887" providerId="ADAL" clId="{6660D6DA-1C9A-4CAC-A2AF-123D6A528E70}" dt="2023-08-04T20:07:30.044" v="713"/>
          <ac:spMkLst>
            <pc:docMk/>
            <pc:sldMk cId="3583214487" sldId="298"/>
            <ac:spMk id="11" creationId="{F178E6D9-2241-7E02-CE59-3E3F27B427E9}"/>
          </ac:spMkLst>
        </pc:spChg>
        <pc:spChg chg="add mod">
          <ac:chgData name="Chinmay Samak" userId="5307509c-3a6e-47da-b024-dc6909734887" providerId="ADAL" clId="{6660D6DA-1C9A-4CAC-A2AF-123D6A528E70}" dt="2023-08-04T20:07:30.044" v="713"/>
          <ac:spMkLst>
            <pc:docMk/>
            <pc:sldMk cId="3583214487" sldId="298"/>
            <ac:spMk id="12" creationId="{B7E6E843-4871-BC5F-A1B1-D9ABD1DD66C1}"/>
          </ac:spMkLst>
        </pc:spChg>
        <pc:spChg chg="add mod">
          <ac:chgData name="Chinmay Samak" userId="5307509c-3a6e-47da-b024-dc6909734887" providerId="ADAL" clId="{6660D6DA-1C9A-4CAC-A2AF-123D6A528E70}" dt="2023-08-04T20:07:30.044" v="713"/>
          <ac:spMkLst>
            <pc:docMk/>
            <pc:sldMk cId="3583214487" sldId="298"/>
            <ac:spMk id="13" creationId="{46C16D80-8040-DF5D-7644-21DB6D74127D}"/>
          </ac:spMkLst>
        </pc:spChg>
        <pc:spChg chg="add mod">
          <ac:chgData name="Chinmay Samak" userId="5307509c-3a6e-47da-b024-dc6909734887" providerId="ADAL" clId="{6660D6DA-1C9A-4CAC-A2AF-123D6A528E70}" dt="2023-08-04T20:07:30.044" v="713"/>
          <ac:spMkLst>
            <pc:docMk/>
            <pc:sldMk cId="3583214487" sldId="298"/>
            <ac:spMk id="14" creationId="{798F6E8C-5028-8B79-5182-9C6133F28907}"/>
          </ac:spMkLst>
        </pc:spChg>
        <pc:spChg chg="add mod">
          <ac:chgData name="Chinmay Samak" userId="5307509c-3a6e-47da-b024-dc6909734887" providerId="ADAL" clId="{6660D6DA-1C9A-4CAC-A2AF-123D6A528E70}" dt="2023-08-04T20:07:30.044" v="713"/>
          <ac:spMkLst>
            <pc:docMk/>
            <pc:sldMk cId="3583214487" sldId="298"/>
            <ac:spMk id="15" creationId="{F928D498-6DF4-1086-28A0-3A01949E31A6}"/>
          </ac:spMkLst>
        </pc:spChg>
        <pc:spChg chg="add mod">
          <ac:chgData name="Chinmay Samak" userId="5307509c-3a6e-47da-b024-dc6909734887" providerId="ADAL" clId="{6660D6DA-1C9A-4CAC-A2AF-123D6A528E70}" dt="2023-08-04T20:07:30.044" v="713"/>
          <ac:spMkLst>
            <pc:docMk/>
            <pc:sldMk cId="3583214487" sldId="298"/>
            <ac:spMk id="16" creationId="{0BEC4273-0E09-7609-1DF3-BB34C6C86EED}"/>
          </ac:spMkLst>
        </pc:spChg>
        <pc:spChg chg="add mod">
          <ac:chgData name="Chinmay Samak" userId="5307509c-3a6e-47da-b024-dc6909734887" providerId="ADAL" clId="{6660D6DA-1C9A-4CAC-A2AF-123D6A528E70}" dt="2023-08-04T20:07:30.044" v="713"/>
          <ac:spMkLst>
            <pc:docMk/>
            <pc:sldMk cId="3583214487" sldId="298"/>
            <ac:spMk id="17" creationId="{1A832010-8504-C19E-2E5C-604426E45098}"/>
          </ac:spMkLst>
        </pc:spChg>
        <pc:spChg chg="add mod">
          <ac:chgData name="Chinmay Samak" userId="5307509c-3a6e-47da-b024-dc6909734887" providerId="ADAL" clId="{6660D6DA-1C9A-4CAC-A2AF-123D6A528E70}" dt="2023-08-04T20:07:30.044" v="713"/>
          <ac:spMkLst>
            <pc:docMk/>
            <pc:sldMk cId="3583214487" sldId="298"/>
            <ac:spMk id="18" creationId="{07796010-B61C-7F2C-DB78-F1BE78F2F6B2}"/>
          </ac:spMkLst>
        </pc:spChg>
        <pc:graphicFrameChg chg="mod modGraphic">
          <ac:chgData name="Chinmay Samak" userId="5307509c-3a6e-47da-b024-dc6909734887" providerId="ADAL" clId="{6660D6DA-1C9A-4CAC-A2AF-123D6A528E70}" dt="2023-08-04T20:23:40.141" v="834" actId="20577"/>
          <ac:graphicFrameMkLst>
            <pc:docMk/>
            <pc:sldMk cId="3583214487" sldId="298"/>
            <ac:graphicFrameMk id="7" creationId="{C66C364F-858E-0CC4-A62A-08AAA5E15164}"/>
          </ac:graphicFrameMkLst>
        </pc:graphicFrameChg>
        <pc:cxnChg chg="add mod">
          <ac:chgData name="Chinmay Samak" userId="5307509c-3a6e-47da-b024-dc6909734887" providerId="ADAL" clId="{6660D6DA-1C9A-4CAC-A2AF-123D6A528E70}" dt="2023-08-04T20:07:30.044" v="713"/>
          <ac:cxnSpMkLst>
            <pc:docMk/>
            <pc:sldMk cId="3583214487" sldId="298"/>
            <ac:cxnSpMk id="3" creationId="{554A4930-BCC9-EC70-407C-EF6DBC061AF7}"/>
          </ac:cxnSpMkLst>
        </pc:cxnChg>
        <pc:cxnChg chg="add mod">
          <ac:chgData name="Chinmay Samak" userId="5307509c-3a6e-47da-b024-dc6909734887" providerId="ADAL" clId="{6660D6DA-1C9A-4CAC-A2AF-123D6A528E70}" dt="2023-08-04T20:07:30.044" v="713"/>
          <ac:cxnSpMkLst>
            <pc:docMk/>
            <pc:sldMk cId="3583214487" sldId="298"/>
            <ac:cxnSpMk id="6" creationId="{F04625F2-5140-21E0-05B2-9715587DAC04}"/>
          </ac:cxnSpMkLst>
        </pc:cxnChg>
        <pc:cxnChg chg="add mod">
          <ac:chgData name="Chinmay Samak" userId="5307509c-3a6e-47da-b024-dc6909734887" providerId="ADAL" clId="{6660D6DA-1C9A-4CAC-A2AF-123D6A528E70}" dt="2023-08-04T20:07:30.044" v="713"/>
          <ac:cxnSpMkLst>
            <pc:docMk/>
            <pc:sldMk cId="3583214487" sldId="298"/>
            <ac:cxnSpMk id="8" creationId="{1C5E9136-A5DB-53BE-62E3-70F6B7C501BB}"/>
          </ac:cxnSpMkLst>
        </pc:cxnChg>
        <pc:cxnChg chg="add mod">
          <ac:chgData name="Chinmay Samak" userId="5307509c-3a6e-47da-b024-dc6909734887" providerId="ADAL" clId="{6660D6DA-1C9A-4CAC-A2AF-123D6A528E70}" dt="2023-08-04T20:07:30.044" v="713"/>
          <ac:cxnSpMkLst>
            <pc:docMk/>
            <pc:sldMk cId="3583214487" sldId="298"/>
            <ac:cxnSpMk id="9" creationId="{3748FB63-2DF9-4C80-32EA-B7531A877C04}"/>
          </ac:cxnSpMkLst>
        </pc:cxnChg>
        <pc:cxnChg chg="add mod">
          <ac:chgData name="Chinmay Samak" userId="5307509c-3a6e-47da-b024-dc6909734887" providerId="ADAL" clId="{6660D6DA-1C9A-4CAC-A2AF-123D6A528E70}" dt="2023-08-04T20:07:30.044" v="713"/>
          <ac:cxnSpMkLst>
            <pc:docMk/>
            <pc:sldMk cId="3583214487" sldId="298"/>
            <ac:cxnSpMk id="10" creationId="{327AB045-0351-C15A-736F-C9C58A2DDA8F}"/>
          </ac:cxnSpMkLst>
        </pc:cxnChg>
      </pc:sldChg>
      <pc:sldChg chg="addSp modSp mod ord">
        <pc:chgData name="Chinmay Samak" userId="5307509c-3a6e-47da-b024-dc6909734887" providerId="ADAL" clId="{6660D6DA-1C9A-4CAC-A2AF-123D6A528E70}" dt="2023-08-04T20:19:42.515" v="799" actId="21"/>
        <pc:sldMkLst>
          <pc:docMk/>
          <pc:sldMk cId="3254916185" sldId="299"/>
        </pc:sldMkLst>
        <pc:spChg chg="mod">
          <ac:chgData name="Chinmay Samak" userId="5307509c-3a6e-47da-b024-dc6909734887" providerId="ADAL" clId="{6660D6DA-1C9A-4CAC-A2AF-123D6A528E70}" dt="2023-08-04T20:18:27.204" v="776" actId="20577"/>
          <ac:spMkLst>
            <pc:docMk/>
            <pc:sldMk cId="3254916185" sldId="299"/>
            <ac:spMk id="2" creationId="{844D4E26-B530-D556-4747-3FCE832AFF15}"/>
          </ac:spMkLst>
        </pc:spChg>
        <pc:spChg chg="add mod">
          <ac:chgData name="Chinmay Samak" userId="5307509c-3a6e-47da-b024-dc6909734887" providerId="ADAL" clId="{6660D6DA-1C9A-4CAC-A2AF-123D6A528E70}" dt="2023-08-04T20:07:32.197" v="714"/>
          <ac:spMkLst>
            <pc:docMk/>
            <pc:sldMk cId="3254916185" sldId="299"/>
            <ac:spMk id="11" creationId="{60408411-D355-C7D2-8434-2D74A7C284C1}"/>
          </ac:spMkLst>
        </pc:spChg>
        <pc:spChg chg="add mod">
          <ac:chgData name="Chinmay Samak" userId="5307509c-3a6e-47da-b024-dc6909734887" providerId="ADAL" clId="{6660D6DA-1C9A-4CAC-A2AF-123D6A528E70}" dt="2023-08-04T20:07:32.197" v="714"/>
          <ac:spMkLst>
            <pc:docMk/>
            <pc:sldMk cId="3254916185" sldId="299"/>
            <ac:spMk id="12" creationId="{DB5C91F1-4CF3-7C3D-13D1-115B1F83D61C}"/>
          </ac:spMkLst>
        </pc:spChg>
        <pc:spChg chg="add mod">
          <ac:chgData name="Chinmay Samak" userId="5307509c-3a6e-47da-b024-dc6909734887" providerId="ADAL" clId="{6660D6DA-1C9A-4CAC-A2AF-123D6A528E70}" dt="2023-08-04T20:07:32.197" v="714"/>
          <ac:spMkLst>
            <pc:docMk/>
            <pc:sldMk cId="3254916185" sldId="299"/>
            <ac:spMk id="13" creationId="{6CF55297-2215-9540-D111-597BAC4F1032}"/>
          </ac:spMkLst>
        </pc:spChg>
        <pc:spChg chg="add mod">
          <ac:chgData name="Chinmay Samak" userId="5307509c-3a6e-47da-b024-dc6909734887" providerId="ADAL" clId="{6660D6DA-1C9A-4CAC-A2AF-123D6A528E70}" dt="2023-08-04T20:07:32.197" v="714"/>
          <ac:spMkLst>
            <pc:docMk/>
            <pc:sldMk cId="3254916185" sldId="299"/>
            <ac:spMk id="14" creationId="{079F6700-F526-ED53-3231-C7338D409F3D}"/>
          </ac:spMkLst>
        </pc:spChg>
        <pc:spChg chg="add mod">
          <ac:chgData name="Chinmay Samak" userId="5307509c-3a6e-47da-b024-dc6909734887" providerId="ADAL" clId="{6660D6DA-1C9A-4CAC-A2AF-123D6A528E70}" dt="2023-08-04T20:07:32.197" v="714"/>
          <ac:spMkLst>
            <pc:docMk/>
            <pc:sldMk cId="3254916185" sldId="299"/>
            <ac:spMk id="15" creationId="{B4EFBAC4-377E-E34D-EAF1-C34F178074DA}"/>
          </ac:spMkLst>
        </pc:spChg>
        <pc:spChg chg="add mod">
          <ac:chgData name="Chinmay Samak" userId="5307509c-3a6e-47da-b024-dc6909734887" providerId="ADAL" clId="{6660D6DA-1C9A-4CAC-A2AF-123D6A528E70}" dt="2023-08-04T20:07:32.197" v="714"/>
          <ac:spMkLst>
            <pc:docMk/>
            <pc:sldMk cId="3254916185" sldId="299"/>
            <ac:spMk id="16" creationId="{8F416AF5-D0FD-2819-C8B3-E65E03AD466F}"/>
          </ac:spMkLst>
        </pc:spChg>
        <pc:spChg chg="add mod">
          <ac:chgData name="Chinmay Samak" userId="5307509c-3a6e-47da-b024-dc6909734887" providerId="ADAL" clId="{6660D6DA-1C9A-4CAC-A2AF-123D6A528E70}" dt="2023-08-04T20:07:32.197" v="714"/>
          <ac:spMkLst>
            <pc:docMk/>
            <pc:sldMk cId="3254916185" sldId="299"/>
            <ac:spMk id="17" creationId="{8301E47E-81A3-14FC-E526-E7935A082EDE}"/>
          </ac:spMkLst>
        </pc:spChg>
        <pc:spChg chg="add mod">
          <ac:chgData name="Chinmay Samak" userId="5307509c-3a6e-47da-b024-dc6909734887" providerId="ADAL" clId="{6660D6DA-1C9A-4CAC-A2AF-123D6A528E70}" dt="2023-08-04T20:07:32.197" v="714"/>
          <ac:spMkLst>
            <pc:docMk/>
            <pc:sldMk cId="3254916185" sldId="299"/>
            <ac:spMk id="18" creationId="{02846692-ADC6-ADCE-B930-B6640E999D30}"/>
          </ac:spMkLst>
        </pc:spChg>
        <pc:graphicFrameChg chg="mod modGraphic">
          <ac:chgData name="Chinmay Samak" userId="5307509c-3a6e-47da-b024-dc6909734887" providerId="ADAL" clId="{6660D6DA-1C9A-4CAC-A2AF-123D6A528E70}" dt="2023-08-04T20:19:42.515" v="799" actId="21"/>
          <ac:graphicFrameMkLst>
            <pc:docMk/>
            <pc:sldMk cId="3254916185" sldId="299"/>
            <ac:graphicFrameMk id="7" creationId="{C66C364F-858E-0CC4-A62A-08AAA5E15164}"/>
          </ac:graphicFrameMkLst>
        </pc:graphicFrameChg>
        <pc:cxnChg chg="add mod">
          <ac:chgData name="Chinmay Samak" userId="5307509c-3a6e-47da-b024-dc6909734887" providerId="ADAL" clId="{6660D6DA-1C9A-4CAC-A2AF-123D6A528E70}" dt="2023-08-04T20:07:32.197" v="714"/>
          <ac:cxnSpMkLst>
            <pc:docMk/>
            <pc:sldMk cId="3254916185" sldId="299"/>
            <ac:cxnSpMk id="3" creationId="{A079D332-B6C0-E7BC-69B7-5DE1F85A9EDD}"/>
          </ac:cxnSpMkLst>
        </pc:cxnChg>
        <pc:cxnChg chg="add mod">
          <ac:chgData name="Chinmay Samak" userId="5307509c-3a6e-47da-b024-dc6909734887" providerId="ADAL" clId="{6660D6DA-1C9A-4CAC-A2AF-123D6A528E70}" dt="2023-08-04T20:07:32.197" v="714"/>
          <ac:cxnSpMkLst>
            <pc:docMk/>
            <pc:sldMk cId="3254916185" sldId="299"/>
            <ac:cxnSpMk id="6" creationId="{77EF1A8B-FB7F-E322-5808-F2B3931D0598}"/>
          </ac:cxnSpMkLst>
        </pc:cxnChg>
        <pc:cxnChg chg="add mod">
          <ac:chgData name="Chinmay Samak" userId="5307509c-3a6e-47da-b024-dc6909734887" providerId="ADAL" clId="{6660D6DA-1C9A-4CAC-A2AF-123D6A528E70}" dt="2023-08-04T20:07:32.197" v="714"/>
          <ac:cxnSpMkLst>
            <pc:docMk/>
            <pc:sldMk cId="3254916185" sldId="299"/>
            <ac:cxnSpMk id="8" creationId="{5EE12839-09F7-ACE6-1FB4-8B09C0E0E5E8}"/>
          </ac:cxnSpMkLst>
        </pc:cxnChg>
        <pc:cxnChg chg="add mod">
          <ac:chgData name="Chinmay Samak" userId="5307509c-3a6e-47da-b024-dc6909734887" providerId="ADAL" clId="{6660D6DA-1C9A-4CAC-A2AF-123D6A528E70}" dt="2023-08-04T20:07:32.197" v="714"/>
          <ac:cxnSpMkLst>
            <pc:docMk/>
            <pc:sldMk cId="3254916185" sldId="299"/>
            <ac:cxnSpMk id="9" creationId="{A70595BC-3D0D-8DA6-C9F8-93F70CBA8C53}"/>
          </ac:cxnSpMkLst>
        </pc:cxnChg>
        <pc:cxnChg chg="add mod">
          <ac:chgData name="Chinmay Samak" userId="5307509c-3a6e-47da-b024-dc6909734887" providerId="ADAL" clId="{6660D6DA-1C9A-4CAC-A2AF-123D6A528E70}" dt="2023-08-04T20:07:32.197" v="714"/>
          <ac:cxnSpMkLst>
            <pc:docMk/>
            <pc:sldMk cId="3254916185" sldId="299"/>
            <ac:cxnSpMk id="10" creationId="{B84D3386-D955-CA72-E3A8-806E0D36D0D5}"/>
          </ac:cxnSpMkLst>
        </pc:cxnChg>
      </pc:sldChg>
      <pc:sldChg chg="addSp modSp mod modShow">
        <pc:chgData name="Chinmay Samak" userId="5307509c-3a6e-47da-b024-dc6909734887" providerId="ADAL" clId="{6660D6DA-1C9A-4CAC-A2AF-123D6A528E70}" dt="2023-08-04T20:07:18.058" v="710" actId="208"/>
        <pc:sldMkLst>
          <pc:docMk/>
          <pc:sldMk cId="1244121882" sldId="300"/>
        </pc:sldMkLst>
        <pc:spChg chg="add mod">
          <ac:chgData name="Chinmay Samak" userId="5307509c-3a6e-47da-b024-dc6909734887" providerId="ADAL" clId="{6660D6DA-1C9A-4CAC-A2AF-123D6A528E70}" dt="2023-08-04T20:07:07.698" v="707"/>
          <ac:spMkLst>
            <pc:docMk/>
            <pc:sldMk cId="1244121882" sldId="300"/>
            <ac:spMk id="11" creationId="{F611B821-FABF-6F80-78AD-D7AD84E8A09C}"/>
          </ac:spMkLst>
        </pc:spChg>
        <pc:spChg chg="add mod">
          <ac:chgData name="Chinmay Samak" userId="5307509c-3a6e-47da-b024-dc6909734887" providerId="ADAL" clId="{6660D6DA-1C9A-4CAC-A2AF-123D6A528E70}" dt="2023-08-04T20:07:07.698" v="707"/>
          <ac:spMkLst>
            <pc:docMk/>
            <pc:sldMk cId="1244121882" sldId="300"/>
            <ac:spMk id="12" creationId="{8FD1B2ED-05A9-4A44-FFDF-08B32190C8C8}"/>
          </ac:spMkLst>
        </pc:spChg>
        <pc:spChg chg="add mod">
          <ac:chgData name="Chinmay Samak" userId="5307509c-3a6e-47da-b024-dc6909734887" providerId="ADAL" clId="{6660D6DA-1C9A-4CAC-A2AF-123D6A528E70}" dt="2023-08-04T20:07:07.698" v="707"/>
          <ac:spMkLst>
            <pc:docMk/>
            <pc:sldMk cId="1244121882" sldId="300"/>
            <ac:spMk id="13" creationId="{8C2F0840-30FC-1FBA-1F8D-46FF2C531DE6}"/>
          </ac:spMkLst>
        </pc:spChg>
        <pc:spChg chg="add mod">
          <ac:chgData name="Chinmay Samak" userId="5307509c-3a6e-47da-b024-dc6909734887" providerId="ADAL" clId="{6660D6DA-1C9A-4CAC-A2AF-123D6A528E70}" dt="2023-08-04T20:07:18.058" v="710" actId="208"/>
          <ac:spMkLst>
            <pc:docMk/>
            <pc:sldMk cId="1244121882" sldId="300"/>
            <ac:spMk id="14" creationId="{F15FE73B-9981-F937-A5B7-10D390B935DD}"/>
          </ac:spMkLst>
        </pc:spChg>
        <pc:spChg chg="add mod">
          <ac:chgData name="Chinmay Samak" userId="5307509c-3a6e-47da-b024-dc6909734887" providerId="ADAL" clId="{6660D6DA-1C9A-4CAC-A2AF-123D6A528E70}" dt="2023-08-04T20:07:07.698" v="707"/>
          <ac:spMkLst>
            <pc:docMk/>
            <pc:sldMk cId="1244121882" sldId="300"/>
            <ac:spMk id="15" creationId="{EA1DF65A-A2A1-87EE-FDAB-06679157B333}"/>
          </ac:spMkLst>
        </pc:spChg>
        <pc:spChg chg="add mod">
          <ac:chgData name="Chinmay Samak" userId="5307509c-3a6e-47da-b024-dc6909734887" providerId="ADAL" clId="{6660D6DA-1C9A-4CAC-A2AF-123D6A528E70}" dt="2023-08-04T20:07:07.698" v="707"/>
          <ac:spMkLst>
            <pc:docMk/>
            <pc:sldMk cId="1244121882" sldId="300"/>
            <ac:spMk id="16" creationId="{D5EF1FD1-CAE4-55D5-AA9B-5C42C841127D}"/>
          </ac:spMkLst>
        </pc:spChg>
        <pc:spChg chg="add mod">
          <ac:chgData name="Chinmay Samak" userId="5307509c-3a6e-47da-b024-dc6909734887" providerId="ADAL" clId="{6660D6DA-1C9A-4CAC-A2AF-123D6A528E70}" dt="2023-08-04T20:07:14.285" v="708" actId="207"/>
          <ac:spMkLst>
            <pc:docMk/>
            <pc:sldMk cId="1244121882" sldId="300"/>
            <ac:spMk id="17" creationId="{70DFBD71-FA76-B848-A40A-842AADC8832D}"/>
          </ac:spMkLst>
        </pc:spChg>
        <pc:spChg chg="add mod">
          <ac:chgData name="Chinmay Samak" userId="5307509c-3a6e-47da-b024-dc6909734887" providerId="ADAL" clId="{6660D6DA-1C9A-4CAC-A2AF-123D6A528E70}" dt="2023-08-04T20:07:07.698" v="707"/>
          <ac:spMkLst>
            <pc:docMk/>
            <pc:sldMk cId="1244121882" sldId="300"/>
            <ac:spMk id="18" creationId="{DC51C9A1-499E-1FD0-FC46-ECEF3CBBD9AF}"/>
          </ac:spMkLst>
        </pc:spChg>
        <pc:cxnChg chg="add mod">
          <ac:chgData name="Chinmay Samak" userId="5307509c-3a6e-47da-b024-dc6909734887" providerId="ADAL" clId="{6660D6DA-1C9A-4CAC-A2AF-123D6A528E70}" dt="2023-08-04T20:07:07.698" v="707"/>
          <ac:cxnSpMkLst>
            <pc:docMk/>
            <pc:sldMk cId="1244121882" sldId="300"/>
            <ac:cxnSpMk id="6" creationId="{CEB65819-7908-E5AD-DCEA-90607536369D}"/>
          </ac:cxnSpMkLst>
        </pc:cxnChg>
        <pc:cxnChg chg="add mod">
          <ac:chgData name="Chinmay Samak" userId="5307509c-3a6e-47da-b024-dc6909734887" providerId="ADAL" clId="{6660D6DA-1C9A-4CAC-A2AF-123D6A528E70}" dt="2023-08-04T20:07:07.698" v="707"/>
          <ac:cxnSpMkLst>
            <pc:docMk/>
            <pc:sldMk cId="1244121882" sldId="300"/>
            <ac:cxnSpMk id="7" creationId="{7EE906BF-6EED-73E7-E57D-851CACDDCC6F}"/>
          </ac:cxnSpMkLst>
        </pc:cxnChg>
        <pc:cxnChg chg="add mod">
          <ac:chgData name="Chinmay Samak" userId="5307509c-3a6e-47da-b024-dc6909734887" providerId="ADAL" clId="{6660D6DA-1C9A-4CAC-A2AF-123D6A528E70}" dt="2023-08-04T20:07:07.698" v="707"/>
          <ac:cxnSpMkLst>
            <pc:docMk/>
            <pc:sldMk cId="1244121882" sldId="300"/>
            <ac:cxnSpMk id="8" creationId="{5CBC2965-1A70-0D13-F4B0-67D5C2B9C411}"/>
          </ac:cxnSpMkLst>
        </pc:cxnChg>
        <pc:cxnChg chg="add mod">
          <ac:chgData name="Chinmay Samak" userId="5307509c-3a6e-47da-b024-dc6909734887" providerId="ADAL" clId="{6660D6DA-1C9A-4CAC-A2AF-123D6A528E70}" dt="2023-08-04T20:07:18.058" v="710" actId="208"/>
          <ac:cxnSpMkLst>
            <pc:docMk/>
            <pc:sldMk cId="1244121882" sldId="300"/>
            <ac:cxnSpMk id="9" creationId="{C5B0F114-0483-1F62-7805-E82D47EA76A1}"/>
          </ac:cxnSpMkLst>
        </pc:cxnChg>
        <pc:cxnChg chg="add mod">
          <ac:chgData name="Chinmay Samak" userId="5307509c-3a6e-47da-b024-dc6909734887" providerId="ADAL" clId="{6660D6DA-1C9A-4CAC-A2AF-123D6A528E70}" dt="2023-08-04T20:07:07.698" v="707"/>
          <ac:cxnSpMkLst>
            <pc:docMk/>
            <pc:sldMk cId="1244121882" sldId="300"/>
            <ac:cxnSpMk id="10" creationId="{4E4AA31E-47BE-678A-B29B-2FF17F6554C7}"/>
          </ac:cxnSpMkLst>
        </pc:cxnChg>
      </pc:sldChg>
      <pc:sldChg chg="addSp modSp mod">
        <pc:chgData name="Chinmay Samak" userId="5307509c-3a6e-47da-b024-dc6909734887" providerId="ADAL" clId="{6660D6DA-1C9A-4CAC-A2AF-123D6A528E70}" dt="2023-08-04T20:07:00.341" v="706"/>
        <pc:sldMkLst>
          <pc:docMk/>
          <pc:sldMk cId="3024371347" sldId="311"/>
        </pc:sldMkLst>
        <pc:spChg chg="add mod">
          <ac:chgData name="Chinmay Samak" userId="5307509c-3a6e-47da-b024-dc6909734887" providerId="ADAL" clId="{6660D6DA-1C9A-4CAC-A2AF-123D6A528E70}" dt="2023-08-04T19:50:23.300" v="518" actId="20577"/>
          <ac:spMkLst>
            <pc:docMk/>
            <pc:sldMk cId="3024371347" sldId="311"/>
            <ac:spMk id="6" creationId="{1AAC2B43-57B4-3E11-2AE8-7AEFF0F8446F}"/>
          </ac:spMkLst>
        </pc:spChg>
        <pc:spChg chg="add mod">
          <ac:chgData name="Chinmay Samak" userId="5307509c-3a6e-47da-b024-dc6909734887" providerId="ADAL" clId="{6660D6DA-1C9A-4CAC-A2AF-123D6A528E70}" dt="2023-08-04T20:07:00.341" v="706"/>
          <ac:spMkLst>
            <pc:docMk/>
            <pc:sldMk cId="3024371347" sldId="311"/>
            <ac:spMk id="12" creationId="{99534BFE-6D6F-FFCB-FCF1-38976B9467ED}"/>
          </ac:spMkLst>
        </pc:spChg>
        <pc:spChg chg="add mod">
          <ac:chgData name="Chinmay Samak" userId="5307509c-3a6e-47da-b024-dc6909734887" providerId="ADAL" clId="{6660D6DA-1C9A-4CAC-A2AF-123D6A528E70}" dt="2023-08-04T20:07:00.341" v="706"/>
          <ac:spMkLst>
            <pc:docMk/>
            <pc:sldMk cId="3024371347" sldId="311"/>
            <ac:spMk id="13" creationId="{6462CC84-D54F-4EA3-DF05-054F0B17A2A3}"/>
          </ac:spMkLst>
        </pc:spChg>
        <pc:spChg chg="add mod">
          <ac:chgData name="Chinmay Samak" userId="5307509c-3a6e-47da-b024-dc6909734887" providerId="ADAL" clId="{6660D6DA-1C9A-4CAC-A2AF-123D6A528E70}" dt="2023-08-04T20:07:00.341" v="706"/>
          <ac:spMkLst>
            <pc:docMk/>
            <pc:sldMk cId="3024371347" sldId="311"/>
            <ac:spMk id="14" creationId="{58FAD0DD-5E38-6953-82D1-DB61749466F6}"/>
          </ac:spMkLst>
        </pc:spChg>
        <pc:spChg chg="add mod">
          <ac:chgData name="Chinmay Samak" userId="5307509c-3a6e-47da-b024-dc6909734887" providerId="ADAL" clId="{6660D6DA-1C9A-4CAC-A2AF-123D6A528E70}" dt="2023-08-04T20:07:00.341" v="706"/>
          <ac:spMkLst>
            <pc:docMk/>
            <pc:sldMk cId="3024371347" sldId="311"/>
            <ac:spMk id="15" creationId="{4ADF9CF6-A1B8-0DDE-A7CD-53EA522EC6F0}"/>
          </ac:spMkLst>
        </pc:spChg>
        <pc:spChg chg="add mod">
          <ac:chgData name="Chinmay Samak" userId="5307509c-3a6e-47da-b024-dc6909734887" providerId="ADAL" clId="{6660D6DA-1C9A-4CAC-A2AF-123D6A528E70}" dt="2023-08-04T20:07:00.341" v="706"/>
          <ac:spMkLst>
            <pc:docMk/>
            <pc:sldMk cId="3024371347" sldId="311"/>
            <ac:spMk id="16" creationId="{08F467A2-F2E7-61F5-9C7A-4EA84216BDD0}"/>
          </ac:spMkLst>
        </pc:spChg>
        <pc:spChg chg="add mod">
          <ac:chgData name="Chinmay Samak" userId="5307509c-3a6e-47da-b024-dc6909734887" providerId="ADAL" clId="{6660D6DA-1C9A-4CAC-A2AF-123D6A528E70}" dt="2023-08-04T20:07:00.341" v="706"/>
          <ac:spMkLst>
            <pc:docMk/>
            <pc:sldMk cId="3024371347" sldId="311"/>
            <ac:spMk id="17" creationId="{1DDCD7A7-6DAC-B089-E04E-02093FD80A89}"/>
          </ac:spMkLst>
        </pc:spChg>
        <pc:spChg chg="add mod">
          <ac:chgData name="Chinmay Samak" userId="5307509c-3a6e-47da-b024-dc6909734887" providerId="ADAL" clId="{6660D6DA-1C9A-4CAC-A2AF-123D6A528E70}" dt="2023-08-04T20:07:00.341" v="706"/>
          <ac:spMkLst>
            <pc:docMk/>
            <pc:sldMk cId="3024371347" sldId="311"/>
            <ac:spMk id="18" creationId="{CDE933BC-3FE5-2B07-C99B-8ACBA5939FF6}"/>
          </ac:spMkLst>
        </pc:spChg>
        <pc:spChg chg="add mod">
          <ac:chgData name="Chinmay Samak" userId="5307509c-3a6e-47da-b024-dc6909734887" providerId="ADAL" clId="{6660D6DA-1C9A-4CAC-A2AF-123D6A528E70}" dt="2023-08-04T20:07:00.341" v="706"/>
          <ac:spMkLst>
            <pc:docMk/>
            <pc:sldMk cId="3024371347" sldId="311"/>
            <ac:spMk id="19" creationId="{7FA901D5-7D9A-97ED-6960-F385F131972C}"/>
          </ac:spMkLst>
        </pc:spChg>
        <pc:picChg chg="mod">
          <ac:chgData name="Chinmay Samak" userId="5307509c-3a6e-47da-b024-dc6909734887" providerId="ADAL" clId="{6660D6DA-1C9A-4CAC-A2AF-123D6A528E70}" dt="2023-08-04T19:49:58.988" v="477" actId="1036"/>
          <ac:picMkLst>
            <pc:docMk/>
            <pc:sldMk cId="3024371347" sldId="311"/>
            <ac:picMk id="4098" creationId="{17AA5AE9-EB27-F17D-263F-84595C831B0B}"/>
          </ac:picMkLst>
        </pc:picChg>
        <pc:cxnChg chg="add mod">
          <ac:chgData name="Chinmay Samak" userId="5307509c-3a6e-47da-b024-dc6909734887" providerId="ADAL" clId="{6660D6DA-1C9A-4CAC-A2AF-123D6A528E70}" dt="2023-08-04T20:07:00.341" v="706"/>
          <ac:cxnSpMkLst>
            <pc:docMk/>
            <pc:sldMk cId="3024371347" sldId="311"/>
            <ac:cxnSpMk id="7" creationId="{8C80181B-6134-4DF3-5B8B-DB9403BAFCD1}"/>
          </ac:cxnSpMkLst>
        </pc:cxnChg>
        <pc:cxnChg chg="add mod">
          <ac:chgData name="Chinmay Samak" userId="5307509c-3a6e-47da-b024-dc6909734887" providerId="ADAL" clId="{6660D6DA-1C9A-4CAC-A2AF-123D6A528E70}" dt="2023-08-04T20:07:00.341" v="706"/>
          <ac:cxnSpMkLst>
            <pc:docMk/>
            <pc:sldMk cId="3024371347" sldId="311"/>
            <ac:cxnSpMk id="8" creationId="{6B0A6AE8-31B8-6AFD-402A-D31D36579831}"/>
          </ac:cxnSpMkLst>
        </pc:cxnChg>
        <pc:cxnChg chg="add mod">
          <ac:chgData name="Chinmay Samak" userId="5307509c-3a6e-47da-b024-dc6909734887" providerId="ADAL" clId="{6660D6DA-1C9A-4CAC-A2AF-123D6A528E70}" dt="2023-08-04T20:07:00.341" v="706"/>
          <ac:cxnSpMkLst>
            <pc:docMk/>
            <pc:sldMk cId="3024371347" sldId="311"/>
            <ac:cxnSpMk id="9" creationId="{C8A22F51-9E65-DFBF-7FE9-D651F58E9554}"/>
          </ac:cxnSpMkLst>
        </pc:cxnChg>
        <pc:cxnChg chg="add mod">
          <ac:chgData name="Chinmay Samak" userId="5307509c-3a6e-47da-b024-dc6909734887" providerId="ADAL" clId="{6660D6DA-1C9A-4CAC-A2AF-123D6A528E70}" dt="2023-08-04T20:07:00.341" v="706"/>
          <ac:cxnSpMkLst>
            <pc:docMk/>
            <pc:sldMk cId="3024371347" sldId="311"/>
            <ac:cxnSpMk id="10" creationId="{BE356AC0-1A11-1519-A475-1157A56CBF99}"/>
          </ac:cxnSpMkLst>
        </pc:cxnChg>
        <pc:cxnChg chg="add mod">
          <ac:chgData name="Chinmay Samak" userId="5307509c-3a6e-47da-b024-dc6909734887" providerId="ADAL" clId="{6660D6DA-1C9A-4CAC-A2AF-123D6A528E70}" dt="2023-08-04T20:07:00.341" v="706"/>
          <ac:cxnSpMkLst>
            <pc:docMk/>
            <pc:sldMk cId="3024371347" sldId="311"/>
            <ac:cxnSpMk id="11" creationId="{52679B79-1DA2-7E61-D462-63FF0633BD23}"/>
          </ac:cxnSpMkLst>
        </pc:cxnChg>
      </pc:sldChg>
      <pc:sldChg chg="addSp delSp modSp add mod">
        <pc:chgData name="Chinmay Samak" userId="5307509c-3a6e-47da-b024-dc6909734887" providerId="ADAL" clId="{6660D6DA-1C9A-4CAC-A2AF-123D6A528E70}" dt="2023-08-04T19:40:51.355" v="166" actId="20577"/>
        <pc:sldMkLst>
          <pc:docMk/>
          <pc:sldMk cId="702459796" sldId="314"/>
        </pc:sldMkLst>
        <pc:spChg chg="mod">
          <ac:chgData name="Chinmay Samak" userId="5307509c-3a6e-47da-b024-dc6909734887" providerId="ADAL" clId="{6660D6DA-1C9A-4CAC-A2AF-123D6A528E70}" dt="2023-08-04T19:40:51.355" v="166" actId="20577"/>
          <ac:spMkLst>
            <pc:docMk/>
            <pc:sldMk cId="702459796" sldId="314"/>
            <ac:spMk id="3" creationId="{19F2D61E-BBDD-019A-A6F5-CF5FB6BE754B}"/>
          </ac:spMkLst>
        </pc:spChg>
        <pc:graphicFrameChg chg="add del mod">
          <ac:chgData name="Chinmay Samak" userId="5307509c-3a6e-47da-b024-dc6909734887" providerId="ADAL" clId="{6660D6DA-1C9A-4CAC-A2AF-123D6A528E70}" dt="2023-08-04T19:32:51.586" v="109"/>
          <ac:graphicFrameMkLst>
            <pc:docMk/>
            <pc:sldMk cId="702459796" sldId="314"/>
            <ac:graphicFrameMk id="6" creationId="{6FEA7FC6-DFDA-1643-BD03-01E5D3668C54}"/>
          </ac:graphicFrameMkLst>
        </pc:graphicFrameChg>
        <pc:graphicFrameChg chg="add del mod">
          <ac:chgData name="Chinmay Samak" userId="5307509c-3a6e-47da-b024-dc6909734887" providerId="ADAL" clId="{6660D6DA-1C9A-4CAC-A2AF-123D6A528E70}" dt="2023-08-04T19:34:05.875" v="139"/>
          <ac:graphicFrameMkLst>
            <pc:docMk/>
            <pc:sldMk cId="702459796" sldId="314"/>
            <ac:graphicFrameMk id="7" creationId="{00119B7E-ADC4-03F7-952C-9FC5EA5B6A43}"/>
          </ac:graphicFrameMkLst>
        </pc:graphicFrameChg>
      </pc:sldChg>
      <pc:sldChg chg="addSp delSp modSp add mod">
        <pc:chgData name="Chinmay Samak" userId="5307509c-3a6e-47da-b024-dc6909734887" providerId="ADAL" clId="{6660D6DA-1C9A-4CAC-A2AF-123D6A528E70}" dt="2023-08-04T19:46:14.391" v="216" actId="6549"/>
        <pc:sldMkLst>
          <pc:docMk/>
          <pc:sldMk cId="2225284062" sldId="315"/>
        </pc:sldMkLst>
        <pc:spChg chg="mod">
          <ac:chgData name="Chinmay Samak" userId="5307509c-3a6e-47da-b024-dc6909734887" providerId="ADAL" clId="{6660D6DA-1C9A-4CAC-A2AF-123D6A528E70}" dt="2023-08-04T19:46:14.391" v="216" actId="6549"/>
          <ac:spMkLst>
            <pc:docMk/>
            <pc:sldMk cId="2225284062" sldId="315"/>
            <ac:spMk id="3" creationId="{19F2D61E-BBDD-019A-A6F5-CF5FB6BE754B}"/>
          </ac:spMkLst>
        </pc:spChg>
        <pc:graphicFrameChg chg="add del mod">
          <ac:chgData name="Chinmay Samak" userId="5307509c-3a6e-47da-b024-dc6909734887" providerId="ADAL" clId="{6660D6DA-1C9A-4CAC-A2AF-123D6A528E70}" dt="2023-08-04T19:41:06.802" v="173"/>
          <ac:graphicFrameMkLst>
            <pc:docMk/>
            <pc:sldMk cId="2225284062" sldId="315"/>
            <ac:graphicFrameMk id="6" creationId="{CBF8C299-100A-D219-374F-A6BBA7226E92}"/>
          </ac:graphicFrameMkLst>
        </pc:graphicFrameChg>
      </pc:sldChg>
      <pc:sldChg chg="add del">
        <pc:chgData name="Chinmay Samak" userId="5307509c-3a6e-47da-b024-dc6909734887" providerId="ADAL" clId="{6660D6DA-1C9A-4CAC-A2AF-123D6A528E70}" dt="2023-08-04T19:41:06.802" v="173"/>
        <pc:sldMkLst>
          <pc:docMk/>
          <pc:sldMk cId="97545046" sldId="316"/>
        </pc:sldMkLst>
      </pc:sldChg>
      <pc:sldChg chg="modSp add mod">
        <pc:chgData name="Chinmay Samak" userId="5307509c-3a6e-47da-b024-dc6909734887" providerId="ADAL" clId="{6660D6DA-1C9A-4CAC-A2AF-123D6A528E70}" dt="2023-08-04T19:46:48.031" v="236" actId="20577"/>
        <pc:sldMkLst>
          <pc:docMk/>
          <pc:sldMk cId="326148829" sldId="316"/>
        </pc:sldMkLst>
        <pc:spChg chg="mod">
          <ac:chgData name="Chinmay Samak" userId="5307509c-3a6e-47da-b024-dc6909734887" providerId="ADAL" clId="{6660D6DA-1C9A-4CAC-A2AF-123D6A528E70}" dt="2023-08-04T19:46:48.031" v="236" actId="20577"/>
          <ac:spMkLst>
            <pc:docMk/>
            <pc:sldMk cId="326148829" sldId="316"/>
            <ac:spMk id="3" creationId="{19F2D61E-BBDD-019A-A6F5-CF5FB6BE754B}"/>
          </ac:spMkLst>
        </pc:spChg>
      </pc:sldChg>
    </pc:docChg>
  </pc:docChgLst>
  <pc:docChgLst>
    <pc:chgData name="Chinmay Samak" userId="5307509c-3a6e-47da-b024-dc6909734887" providerId="ADAL" clId="{1D47CD42-E72F-4F41-849C-87A33C09B9D2}"/>
    <pc:docChg chg="custSel delSld modSld">
      <pc:chgData name="Chinmay Samak" userId="5307509c-3a6e-47da-b024-dc6909734887" providerId="ADAL" clId="{1D47CD42-E72F-4F41-849C-87A33C09B9D2}" dt="2023-07-18T21:13:50.812" v="313" actId="20577"/>
      <pc:docMkLst>
        <pc:docMk/>
      </pc:docMkLst>
      <pc:sldChg chg="modSp mod">
        <pc:chgData name="Chinmay Samak" userId="5307509c-3a6e-47da-b024-dc6909734887" providerId="ADAL" clId="{1D47CD42-E72F-4F41-849C-87A33C09B9D2}" dt="2023-07-08T22:32:16.307" v="165" actId="404"/>
        <pc:sldMkLst>
          <pc:docMk/>
          <pc:sldMk cId="286496397" sldId="256"/>
        </pc:sldMkLst>
        <pc:spChg chg="mod">
          <ac:chgData name="Chinmay Samak" userId="5307509c-3a6e-47da-b024-dc6909734887" providerId="ADAL" clId="{1D47CD42-E72F-4F41-849C-87A33C09B9D2}" dt="2023-07-08T22:32:16.307" v="165" actId="404"/>
          <ac:spMkLst>
            <pc:docMk/>
            <pc:sldMk cId="286496397" sldId="256"/>
            <ac:spMk id="2" creationId="{311FA87B-C4EF-9366-D633-477A8962826E}"/>
          </ac:spMkLst>
        </pc:spChg>
        <pc:spChg chg="mod">
          <ac:chgData name="Chinmay Samak" userId="5307509c-3a6e-47da-b024-dc6909734887" providerId="ADAL" clId="{1D47CD42-E72F-4F41-849C-87A33C09B9D2}" dt="2023-07-08T04:25:10.485" v="31" actId="20577"/>
          <ac:spMkLst>
            <pc:docMk/>
            <pc:sldMk cId="286496397" sldId="256"/>
            <ac:spMk id="3" creationId="{AA17FADD-79C7-CF25-1E74-75E0D23B1E4C}"/>
          </ac:spMkLst>
        </pc:spChg>
      </pc:sldChg>
      <pc:sldChg chg="modSp">
        <pc:chgData name="Chinmay Samak" userId="5307509c-3a6e-47da-b024-dc6909734887" providerId="ADAL" clId="{1D47CD42-E72F-4F41-849C-87A33C09B9D2}" dt="2023-07-18T15:58:25.067" v="169" actId="20577"/>
        <pc:sldMkLst>
          <pc:docMk/>
          <pc:sldMk cId="306691157" sldId="257"/>
        </pc:sldMkLst>
        <pc:graphicFrameChg chg="mod">
          <ac:chgData name="Chinmay Samak" userId="5307509c-3a6e-47da-b024-dc6909734887" providerId="ADAL" clId="{1D47CD42-E72F-4F41-849C-87A33C09B9D2}" dt="2023-07-18T15:58:25.067" v="169" actId="20577"/>
          <ac:graphicFrameMkLst>
            <pc:docMk/>
            <pc:sldMk cId="306691157" sldId="257"/>
            <ac:graphicFrameMk id="10" creationId="{AB2A4779-3F8C-36F7-22E8-F41D5647D09D}"/>
          </ac:graphicFrameMkLst>
        </pc:graphicFrameChg>
      </pc:sldChg>
      <pc:sldChg chg="del">
        <pc:chgData name="Chinmay Samak" userId="5307509c-3a6e-47da-b024-dc6909734887" providerId="ADAL" clId="{1D47CD42-E72F-4F41-849C-87A33C09B9D2}" dt="2023-07-18T16:00:26.304" v="170" actId="47"/>
        <pc:sldMkLst>
          <pc:docMk/>
          <pc:sldMk cId="1136984561" sldId="258"/>
        </pc:sldMkLst>
      </pc:sldChg>
      <pc:sldChg chg="del">
        <pc:chgData name="Chinmay Samak" userId="5307509c-3a6e-47da-b024-dc6909734887" providerId="ADAL" clId="{1D47CD42-E72F-4F41-849C-87A33C09B9D2}" dt="2023-07-18T16:00:26.304" v="170" actId="47"/>
        <pc:sldMkLst>
          <pc:docMk/>
          <pc:sldMk cId="2330530751" sldId="259"/>
        </pc:sldMkLst>
      </pc:sldChg>
      <pc:sldChg chg="del">
        <pc:chgData name="Chinmay Samak" userId="5307509c-3a6e-47da-b024-dc6909734887" providerId="ADAL" clId="{1D47CD42-E72F-4F41-849C-87A33C09B9D2}" dt="2023-07-18T16:00:26.304" v="170" actId="47"/>
        <pc:sldMkLst>
          <pc:docMk/>
          <pc:sldMk cId="2461992518" sldId="260"/>
        </pc:sldMkLst>
      </pc:sldChg>
      <pc:sldChg chg="del">
        <pc:chgData name="Chinmay Samak" userId="5307509c-3a6e-47da-b024-dc6909734887" providerId="ADAL" clId="{1D47CD42-E72F-4F41-849C-87A33C09B9D2}" dt="2023-07-18T16:00:26.304" v="170" actId="47"/>
        <pc:sldMkLst>
          <pc:docMk/>
          <pc:sldMk cId="3710880836" sldId="261"/>
        </pc:sldMkLst>
      </pc:sldChg>
      <pc:sldChg chg="del">
        <pc:chgData name="Chinmay Samak" userId="5307509c-3a6e-47da-b024-dc6909734887" providerId="ADAL" clId="{1D47CD42-E72F-4F41-849C-87A33C09B9D2}" dt="2023-07-18T16:00:26.304" v="170" actId="47"/>
        <pc:sldMkLst>
          <pc:docMk/>
          <pc:sldMk cId="3313927359" sldId="262"/>
        </pc:sldMkLst>
      </pc:sldChg>
      <pc:sldChg chg="del">
        <pc:chgData name="Chinmay Samak" userId="5307509c-3a6e-47da-b024-dc6909734887" providerId="ADAL" clId="{1D47CD42-E72F-4F41-849C-87A33C09B9D2}" dt="2023-07-18T16:00:26.304" v="170" actId="47"/>
        <pc:sldMkLst>
          <pc:docMk/>
          <pc:sldMk cId="2364547429" sldId="263"/>
        </pc:sldMkLst>
      </pc:sldChg>
      <pc:sldChg chg="del">
        <pc:chgData name="Chinmay Samak" userId="5307509c-3a6e-47da-b024-dc6909734887" providerId="ADAL" clId="{1D47CD42-E72F-4F41-849C-87A33C09B9D2}" dt="2023-07-18T16:00:26.304" v="170" actId="47"/>
        <pc:sldMkLst>
          <pc:docMk/>
          <pc:sldMk cId="3673646096" sldId="264"/>
        </pc:sldMkLst>
      </pc:sldChg>
      <pc:sldChg chg="del">
        <pc:chgData name="Chinmay Samak" userId="5307509c-3a6e-47da-b024-dc6909734887" providerId="ADAL" clId="{1D47CD42-E72F-4F41-849C-87A33C09B9D2}" dt="2023-07-18T16:00:26.304" v="170" actId="47"/>
        <pc:sldMkLst>
          <pc:docMk/>
          <pc:sldMk cId="1498491498" sldId="265"/>
        </pc:sldMkLst>
      </pc:sldChg>
      <pc:sldChg chg="del">
        <pc:chgData name="Chinmay Samak" userId="5307509c-3a6e-47da-b024-dc6909734887" providerId="ADAL" clId="{1D47CD42-E72F-4F41-849C-87A33C09B9D2}" dt="2023-07-18T16:00:26.304" v="170" actId="47"/>
        <pc:sldMkLst>
          <pc:docMk/>
          <pc:sldMk cId="2486110337" sldId="266"/>
        </pc:sldMkLst>
      </pc:sldChg>
      <pc:sldChg chg="del">
        <pc:chgData name="Chinmay Samak" userId="5307509c-3a6e-47da-b024-dc6909734887" providerId="ADAL" clId="{1D47CD42-E72F-4F41-849C-87A33C09B9D2}" dt="2023-07-18T16:00:26.304" v="170" actId="47"/>
        <pc:sldMkLst>
          <pc:docMk/>
          <pc:sldMk cId="2599562137" sldId="267"/>
        </pc:sldMkLst>
      </pc:sldChg>
      <pc:sldChg chg="del">
        <pc:chgData name="Chinmay Samak" userId="5307509c-3a6e-47da-b024-dc6909734887" providerId="ADAL" clId="{1D47CD42-E72F-4F41-849C-87A33C09B9D2}" dt="2023-07-18T16:00:26.304" v="170" actId="47"/>
        <pc:sldMkLst>
          <pc:docMk/>
          <pc:sldMk cId="2667735130" sldId="269"/>
        </pc:sldMkLst>
      </pc:sldChg>
      <pc:sldChg chg="del">
        <pc:chgData name="Chinmay Samak" userId="5307509c-3a6e-47da-b024-dc6909734887" providerId="ADAL" clId="{1D47CD42-E72F-4F41-849C-87A33C09B9D2}" dt="2023-07-18T16:00:26.304" v="170" actId="47"/>
        <pc:sldMkLst>
          <pc:docMk/>
          <pc:sldMk cId="1649799524" sldId="270"/>
        </pc:sldMkLst>
      </pc:sldChg>
      <pc:sldChg chg="del">
        <pc:chgData name="Chinmay Samak" userId="5307509c-3a6e-47da-b024-dc6909734887" providerId="ADAL" clId="{1D47CD42-E72F-4F41-849C-87A33C09B9D2}" dt="2023-07-18T16:00:26.304" v="170" actId="47"/>
        <pc:sldMkLst>
          <pc:docMk/>
          <pc:sldMk cId="3156151602" sldId="271"/>
        </pc:sldMkLst>
      </pc:sldChg>
      <pc:sldChg chg="del">
        <pc:chgData name="Chinmay Samak" userId="5307509c-3a6e-47da-b024-dc6909734887" providerId="ADAL" clId="{1D47CD42-E72F-4F41-849C-87A33C09B9D2}" dt="2023-07-18T16:00:26.304" v="170" actId="47"/>
        <pc:sldMkLst>
          <pc:docMk/>
          <pc:sldMk cId="1498766777" sldId="272"/>
        </pc:sldMkLst>
      </pc:sldChg>
      <pc:sldChg chg="modSp mod">
        <pc:chgData name="Chinmay Samak" userId="5307509c-3a6e-47da-b024-dc6909734887" providerId="ADAL" clId="{1D47CD42-E72F-4F41-849C-87A33C09B9D2}" dt="2023-07-18T21:13:50.812" v="313" actId="20577"/>
        <pc:sldMkLst>
          <pc:docMk/>
          <pc:sldMk cId="3590788104" sldId="273"/>
        </pc:sldMkLst>
        <pc:spChg chg="mod">
          <ac:chgData name="Chinmay Samak" userId="5307509c-3a6e-47da-b024-dc6909734887" providerId="ADAL" clId="{1D47CD42-E72F-4F41-849C-87A33C09B9D2}" dt="2023-07-18T21:13:50.812" v="313" actId="20577"/>
          <ac:spMkLst>
            <pc:docMk/>
            <pc:sldMk cId="3590788104" sldId="273"/>
            <ac:spMk id="3" creationId="{20FEE75E-4191-DF81-29B1-94AD70DB3537}"/>
          </ac:spMkLst>
        </pc:spChg>
      </pc:sldChg>
    </pc:docChg>
  </pc:docChgLst>
  <pc:docChgLst>
    <pc:chgData name="Chinmay Samak" userId="S::csamak@clemson.edu::5307509c-3a6e-47da-b024-dc6909734887" providerId="AD" clId="Web-{7D9F903F-04C3-479A-94A9-7F8C647B6782}"/>
    <pc:docChg chg="modSld">
      <pc:chgData name="Chinmay Samak" userId="S::csamak@clemson.edu::5307509c-3a6e-47da-b024-dc6909734887" providerId="AD" clId="Web-{7D9F903F-04C3-479A-94A9-7F8C647B6782}" dt="2022-10-19T15:41:01.880" v="0" actId="20577"/>
      <pc:docMkLst>
        <pc:docMk/>
      </pc:docMkLst>
      <pc:sldChg chg="modSp">
        <pc:chgData name="Chinmay Samak" userId="S::csamak@clemson.edu::5307509c-3a6e-47da-b024-dc6909734887" providerId="AD" clId="Web-{7D9F903F-04C3-479A-94A9-7F8C647B6782}" dt="2022-10-19T15:41:01.880" v="0" actId="20577"/>
        <pc:sldMkLst>
          <pc:docMk/>
          <pc:sldMk cId="286496397" sldId="256"/>
        </pc:sldMkLst>
        <pc:spChg chg="mod">
          <ac:chgData name="Chinmay Samak" userId="S::csamak@clemson.edu::5307509c-3a6e-47da-b024-dc6909734887" providerId="AD" clId="Web-{7D9F903F-04C3-479A-94A9-7F8C647B6782}" dt="2022-10-19T15:41:01.880" v="0" actId="20577"/>
          <ac:spMkLst>
            <pc:docMk/>
            <pc:sldMk cId="286496397" sldId="256"/>
            <ac:spMk id="2" creationId="{311FA87B-C4EF-9366-D633-477A8962826E}"/>
          </ac:spMkLst>
        </pc:spChg>
      </pc:sldChg>
    </pc:docChg>
  </pc:docChgLst>
  <pc:docChgLst>
    <pc:chgData name="Chinmay Samak" userId="5307509c-3a6e-47da-b024-dc6909734887" providerId="ADAL" clId="{772D2067-59D1-4F56-9ACC-D15816E8D205}"/>
    <pc:docChg chg="modSld">
      <pc:chgData name="Chinmay Samak" userId="5307509c-3a6e-47da-b024-dc6909734887" providerId="ADAL" clId="{772D2067-59D1-4F56-9ACC-D15816E8D205}" dt="2023-08-29T14:43:50.991" v="16" actId="20577"/>
      <pc:docMkLst>
        <pc:docMk/>
      </pc:docMkLst>
      <pc:sldChg chg="modNotesTx">
        <pc:chgData name="Chinmay Samak" userId="5307509c-3a6e-47da-b024-dc6909734887" providerId="ADAL" clId="{772D2067-59D1-4F56-9ACC-D15816E8D205}" dt="2023-08-29T14:42:06.528" v="0" actId="20577"/>
        <pc:sldMkLst>
          <pc:docMk/>
          <pc:sldMk cId="286496397" sldId="256"/>
        </pc:sldMkLst>
      </pc:sldChg>
      <pc:sldChg chg="modNotesTx">
        <pc:chgData name="Chinmay Samak" userId="5307509c-3a6e-47da-b024-dc6909734887" providerId="ADAL" clId="{772D2067-59D1-4F56-9ACC-D15816E8D205}" dt="2023-08-29T14:42:12.611" v="1" actId="20577"/>
        <pc:sldMkLst>
          <pc:docMk/>
          <pc:sldMk cId="3590788104" sldId="273"/>
        </pc:sldMkLst>
      </pc:sldChg>
      <pc:sldChg chg="modNotesTx">
        <pc:chgData name="Chinmay Samak" userId="5307509c-3a6e-47da-b024-dc6909734887" providerId="ADAL" clId="{772D2067-59D1-4F56-9ACC-D15816E8D205}" dt="2023-08-29T14:43:38.414" v="12" actId="20577"/>
        <pc:sldMkLst>
          <pc:docMk/>
          <pc:sldMk cId="3450140000" sldId="290"/>
        </pc:sldMkLst>
      </pc:sldChg>
      <pc:sldChg chg="modNotesTx">
        <pc:chgData name="Chinmay Samak" userId="5307509c-3a6e-47da-b024-dc6909734887" providerId="ADAL" clId="{772D2067-59D1-4F56-9ACC-D15816E8D205}" dt="2023-08-29T14:43:45.077" v="14" actId="20577"/>
        <pc:sldMkLst>
          <pc:docMk/>
          <pc:sldMk cId="3243263071" sldId="291"/>
        </pc:sldMkLst>
      </pc:sldChg>
      <pc:sldChg chg="modNotesTx">
        <pc:chgData name="Chinmay Samak" userId="5307509c-3a6e-47da-b024-dc6909734887" providerId="ADAL" clId="{772D2067-59D1-4F56-9ACC-D15816E8D205}" dt="2023-08-29T14:43:28.832" v="11" actId="20577"/>
        <pc:sldMkLst>
          <pc:docMk/>
          <pc:sldMk cId="4199389688" sldId="296"/>
        </pc:sldMkLst>
      </pc:sldChg>
      <pc:sldChg chg="modNotesTx">
        <pc:chgData name="Chinmay Samak" userId="5307509c-3a6e-47da-b024-dc6909734887" providerId="ADAL" clId="{772D2067-59D1-4F56-9ACC-D15816E8D205}" dt="2023-08-29T14:42:16.114" v="2" actId="20577"/>
        <pc:sldMkLst>
          <pc:docMk/>
          <pc:sldMk cId="2539262352" sldId="305"/>
        </pc:sldMkLst>
      </pc:sldChg>
      <pc:sldChg chg="modNotesTx">
        <pc:chgData name="Chinmay Samak" userId="5307509c-3a6e-47da-b024-dc6909734887" providerId="ADAL" clId="{772D2067-59D1-4F56-9ACC-D15816E8D205}" dt="2023-08-29T14:42:19.950" v="3" actId="20577"/>
        <pc:sldMkLst>
          <pc:docMk/>
          <pc:sldMk cId="2072698210" sldId="306"/>
        </pc:sldMkLst>
      </pc:sldChg>
      <pc:sldChg chg="modNotesTx">
        <pc:chgData name="Chinmay Samak" userId="5307509c-3a6e-47da-b024-dc6909734887" providerId="ADAL" clId="{772D2067-59D1-4F56-9ACC-D15816E8D205}" dt="2023-08-29T14:42:24.482" v="4" actId="20577"/>
        <pc:sldMkLst>
          <pc:docMk/>
          <pc:sldMk cId="532219676" sldId="308"/>
        </pc:sldMkLst>
      </pc:sldChg>
      <pc:sldChg chg="modNotesTx">
        <pc:chgData name="Chinmay Samak" userId="5307509c-3a6e-47da-b024-dc6909734887" providerId="ADAL" clId="{772D2067-59D1-4F56-9ACC-D15816E8D205}" dt="2023-08-29T14:42:27.172" v="5" actId="20577"/>
        <pc:sldMkLst>
          <pc:docMk/>
          <pc:sldMk cId="1061639862" sldId="309"/>
        </pc:sldMkLst>
      </pc:sldChg>
      <pc:sldChg chg="modNotesTx">
        <pc:chgData name="Chinmay Samak" userId="5307509c-3a6e-47da-b024-dc6909734887" providerId="ADAL" clId="{772D2067-59D1-4F56-9ACC-D15816E8D205}" dt="2023-08-29T14:42:29.328" v="6" actId="20577"/>
        <pc:sldMkLst>
          <pc:docMk/>
          <pc:sldMk cId="2838602902" sldId="310"/>
        </pc:sldMkLst>
      </pc:sldChg>
      <pc:sldChg chg="modNotesTx">
        <pc:chgData name="Chinmay Samak" userId="5307509c-3a6e-47da-b024-dc6909734887" providerId="ADAL" clId="{772D2067-59D1-4F56-9ACC-D15816E8D205}" dt="2023-08-29T14:42:43.143" v="7" actId="20577"/>
        <pc:sldMkLst>
          <pc:docMk/>
          <pc:sldMk cId="2553657595" sldId="326"/>
        </pc:sldMkLst>
      </pc:sldChg>
      <pc:sldChg chg="modNotesTx">
        <pc:chgData name="Chinmay Samak" userId="5307509c-3a6e-47da-b024-dc6909734887" providerId="ADAL" clId="{772D2067-59D1-4F56-9ACC-D15816E8D205}" dt="2023-08-29T14:43:06.786" v="8" actId="20577"/>
        <pc:sldMkLst>
          <pc:docMk/>
          <pc:sldMk cId="2248434406" sldId="327"/>
        </pc:sldMkLst>
      </pc:sldChg>
      <pc:sldChg chg="modNotesTx">
        <pc:chgData name="Chinmay Samak" userId="5307509c-3a6e-47da-b024-dc6909734887" providerId="ADAL" clId="{772D2067-59D1-4F56-9ACC-D15816E8D205}" dt="2023-08-29T14:43:12.454" v="9" actId="20577"/>
        <pc:sldMkLst>
          <pc:docMk/>
          <pc:sldMk cId="2375065143" sldId="328"/>
        </pc:sldMkLst>
      </pc:sldChg>
      <pc:sldChg chg="modNotesTx">
        <pc:chgData name="Chinmay Samak" userId="5307509c-3a6e-47da-b024-dc6909734887" providerId="ADAL" clId="{772D2067-59D1-4F56-9ACC-D15816E8D205}" dt="2023-08-29T14:43:15.481" v="10" actId="20577"/>
        <pc:sldMkLst>
          <pc:docMk/>
          <pc:sldMk cId="3304476417" sldId="345"/>
        </pc:sldMkLst>
      </pc:sldChg>
      <pc:sldChg chg="modNotesTx">
        <pc:chgData name="Chinmay Samak" userId="5307509c-3a6e-47da-b024-dc6909734887" providerId="ADAL" clId="{772D2067-59D1-4F56-9ACC-D15816E8D205}" dt="2023-08-29T14:43:41.659" v="13" actId="20577"/>
        <pc:sldMkLst>
          <pc:docMk/>
          <pc:sldMk cId="1865486094" sldId="346"/>
        </pc:sldMkLst>
      </pc:sldChg>
      <pc:sldChg chg="modNotesTx">
        <pc:chgData name="Chinmay Samak" userId="5307509c-3a6e-47da-b024-dc6909734887" providerId="ADAL" clId="{772D2067-59D1-4F56-9ACC-D15816E8D205}" dt="2023-08-29T14:43:48.128" v="15" actId="20577"/>
        <pc:sldMkLst>
          <pc:docMk/>
          <pc:sldMk cId="1857989368" sldId="349"/>
        </pc:sldMkLst>
      </pc:sldChg>
      <pc:sldChg chg="modNotesTx">
        <pc:chgData name="Chinmay Samak" userId="5307509c-3a6e-47da-b024-dc6909734887" providerId="ADAL" clId="{772D2067-59D1-4F56-9ACC-D15816E8D205}" dt="2023-08-29T14:43:50.991" v="16" actId="20577"/>
        <pc:sldMkLst>
          <pc:docMk/>
          <pc:sldMk cId="4253159610" sldId="356"/>
        </pc:sldMkLst>
      </pc:sldChg>
    </pc:docChg>
  </pc:docChgLst>
  <pc:docChgLst>
    <pc:chgData name="Sumedh P Sathe" userId="S::ssathe@clemson.edu::95b965f1-79ea-44aa-9641-e9780e2b4def" providerId="AD" clId="Web-{8E634488-7950-4BAF-8DAC-7273B4F57AD6}"/>
    <pc:docChg chg="addSld delSld modSld">
      <pc:chgData name="Sumedh P Sathe" userId="S::ssathe@clemson.edu::95b965f1-79ea-44aa-9641-e9780e2b4def" providerId="AD" clId="Web-{8E634488-7950-4BAF-8DAC-7273B4F57AD6}" dt="2022-09-20T20:00:09.472" v="223" actId="20577"/>
      <pc:docMkLst>
        <pc:docMk/>
      </pc:docMkLst>
      <pc:sldChg chg="modSp">
        <pc:chgData name="Sumedh P Sathe" userId="S::ssathe@clemson.edu::95b965f1-79ea-44aa-9641-e9780e2b4def" providerId="AD" clId="Web-{8E634488-7950-4BAF-8DAC-7273B4F57AD6}" dt="2022-09-20T20:00:09.472" v="223" actId="20577"/>
        <pc:sldMkLst>
          <pc:docMk/>
          <pc:sldMk cId="286496397" sldId="256"/>
        </pc:sldMkLst>
        <pc:spChg chg="mod">
          <ac:chgData name="Sumedh P Sathe" userId="S::ssathe@clemson.edu::95b965f1-79ea-44aa-9641-e9780e2b4def" providerId="AD" clId="Web-{8E634488-7950-4BAF-8DAC-7273B4F57AD6}" dt="2022-09-20T20:00:09.472" v="223" actId="20577"/>
          <ac:spMkLst>
            <pc:docMk/>
            <pc:sldMk cId="286496397" sldId="256"/>
            <ac:spMk id="2" creationId="{311FA87B-C4EF-9366-D633-477A8962826E}"/>
          </ac:spMkLst>
        </pc:spChg>
        <pc:spChg chg="mod">
          <ac:chgData name="Sumedh P Sathe" userId="S::ssathe@clemson.edu::95b965f1-79ea-44aa-9641-e9780e2b4def" providerId="AD" clId="Web-{8E634488-7950-4BAF-8DAC-7273B4F57AD6}" dt="2022-09-20T19:59:43.144" v="213" actId="20577"/>
          <ac:spMkLst>
            <pc:docMk/>
            <pc:sldMk cId="286496397" sldId="256"/>
            <ac:spMk id="3" creationId="{AA17FADD-79C7-CF25-1E74-75E0D23B1E4C}"/>
          </ac:spMkLst>
        </pc:spChg>
      </pc:sldChg>
      <pc:sldChg chg="modSp">
        <pc:chgData name="Sumedh P Sathe" userId="S::ssathe@clemson.edu::95b965f1-79ea-44aa-9641-e9780e2b4def" providerId="AD" clId="Web-{8E634488-7950-4BAF-8DAC-7273B4F57AD6}" dt="2022-09-20T19:59:41.050" v="159" actId="20577"/>
        <pc:sldMkLst>
          <pc:docMk/>
          <pc:sldMk cId="306691157" sldId="257"/>
        </pc:sldMkLst>
        <pc:spChg chg="mod">
          <ac:chgData name="Sumedh P Sathe" userId="S::ssathe@clemson.edu::95b965f1-79ea-44aa-9641-e9780e2b4def" providerId="AD" clId="Web-{8E634488-7950-4BAF-8DAC-7273B4F57AD6}" dt="2022-09-20T19:59:41.050" v="159" actId="20577"/>
          <ac:spMkLst>
            <pc:docMk/>
            <pc:sldMk cId="306691157" sldId="257"/>
            <ac:spMk id="2" creationId="{87658E01-20F8-C471-DF10-B1DE14EEE1D4}"/>
          </ac:spMkLst>
        </pc:spChg>
        <pc:spChg chg="mod">
          <ac:chgData name="Sumedh P Sathe" userId="S::ssathe@clemson.edu::95b965f1-79ea-44aa-9641-e9780e2b4def" providerId="AD" clId="Web-{8E634488-7950-4BAF-8DAC-7273B4F57AD6}" dt="2022-09-20T19:59:35.643" v="144" actId="20577"/>
          <ac:spMkLst>
            <pc:docMk/>
            <pc:sldMk cId="306691157" sldId="257"/>
            <ac:spMk id="3" creationId="{19F2D61E-BBDD-019A-A6F5-CF5FB6BE754B}"/>
          </ac:spMkLst>
        </pc:spChg>
      </pc:sldChg>
      <pc:sldChg chg="modSp add del replId">
        <pc:chgData name="Sumedh P Sathe" userId="S::ssathe@clemson.edu::95b965f1-79ea-44aa-9641-e9780e2b4def" providerId="AD" clId="Web-{8E634488-7950-4BAF-8DAC-7273B4F57AD6}" dt="2022-09-20T19:59:36.487" v="145"/>
        <pc:sldMkLst>
          <pc:docMk/>
          <pc:sldMk cId="566959682" sldId="273"/>
        </pc:sldMkLst>
        <pc:spChg chg="mod">
          <ac:chgData name="Sumedh P Sathe" userId="S::ssathe@clemson.edu::95b965f1-79ea-44aa-9641-e9780e2b4def" providerId="AD" clId="Web-{8E634488-7950-4BAF-8DAC-7273B4F57AD6}" dt="2022-09-20T19:59:33.409" v="132" actId="20577"/>
          <ac:spMkLst>
            <pc:docMk/>
            <pc:sldMk cId="566959682" sldId="273"/>
            <ac:spMk id="2" creationId="{87658E01-20F8-C471-DF10-B1DE14EEE1D4}"/>
          </ac:spMkLst>
        </pc:spChg>
      </pc:sldChg>
      <pc:sldChg chg="add del replId">
        <pc:chgData name="Sumedh P Sathe" userId="S::ssathe@clemson.edu::95b965f1-79ea-44aa-9641-e9780e2b4def" providerId="AD" clId="Web-{8E634488-7950-4BAF-8DAC-7273B4F57AD6}" dt="2022-09-20T19:59:31.799" v="121"/>
        <pc:sldMkLst>
          <pc:docMk/>
          <pc:sldMk cId="19537013" sldId="274"/>
        </pc:sldMkLst>
      </pc:sldChg>
    </pc:docChg>
  </pc:docChgLst>
  <pc:docChgLst>
    <pc:chgData name="Tanmay Samak" userId="20166025-7f22-4346-9b98-ec55ab787a06" providerId="ADAL" clId="{71CD7D8E-0563-4FFC-84DA-F31E856AE125}"/>
    <pc:docChg chg="undo redo custSel addSld delSld modSld sldOrd">
      <pc:chgData name="Tanmay Samak" userId="20166025-7f22-4346-9b98-ec55ab787a06" providerId="ADAL" clId="{71CD7D8E-0563-4FFC-84DA-F31E856AE125}" dt="2023-08-05T00:13:41.313" v="9667"/>
      <pc:docMkLst>
        <pc:docMk/>
      </pc:docMkLst>
      <pc:sldChg chg="addSp modSp mod">
        <pc:chgData name="Tanmay Samak" userId="20166025-7f22-4346-9b98-ec55ab787a06" providerId="ADAL" clId="{71CD7D8E-0563-4FFC-84DA-F31E856AE125}" dt="2023-08-03T04:50:03.999" v="6878" actId="14100"/>
        <pc:sldMkLst>
          <pc:docMk/>
          <pc:sldMk cId="286496397" sldId="256"/>
        </pc:sldMkLst>
        <pc:spChg chg="mod">
          <ac:chgData name="Tanmay Samak" userId="20166025-7f22-4346-9b98-ec55ab787a06" providerId="ADAL" clId="{71CD7D8E-0563-4FFC-84DA-F31E856AE125}" dt="2023-08-03T04:50:03.999" v="6878" actId="14100"/>
          <ac:spMkLst>
            <pc:docMk/>
            <pc:sldMk cId="286496397" sldId="256"/>
            <ac:spMk id="2" creationId="{311FA87B-C4EF-9366-D633-477A8962826E}"/>
          </ac:spMkLst>
        </pc:spChg>
        <pc:spChg chg="mod">
          <ac:chgData name="Tanmay Samak" userId="20166025-7f22-4346-9b98-ec55ab787a06" providerId="ADAL" clId="{71CD7D8E-0563-4FFC-84DA-F31E856AE125}" dt="2023-07-09T01:26:44.412" v="149" actId="14100"/>
          <ac:spMkLst>
            <pc:docMk/>
            <pc:sldMk cId="286496397" sldId="256"/>
            <ac:spMk id="3" creationId="{AA17FADD-79C7-CF25-1E74-75E0D23B1E4C}"/>
          </ac:spMkLst>
        </pc:spChg>
        <pc:spChg chg="add mod">
          <ac:chgData name="Tanmay Samak" userId="20166025-7f22-4346-9b98-ec55ab787a06" providerId="ADAL" clId="{71CD7D8E-0563-4FFC-84DA-F31E856AE125}" dt="2023-07-09T01:27:00.220" v="152" actId="14100"/>
          <ac:spMkLst>
            <pc:docMk/>
            <pc:sldMk cId="286496397" sldId="256"/>
            <ac:spMk id="6" creationId="{77E03FAC-9816-EF6D-F773-A8578D84BEDE}"/>
          </ac:spMkLst>
        </pc:spChg>
      </pc:sldChg>
      <pc:sldChg chg="addSp delSp modSp mod">
        <pc:chgData name="Tanmay Samak" userId="20166025-7f22-4346-9b98-ec55ab787a06" providerId="ADAL" clId="{71CD7D8E-0563-4FFC-84DA-F31E856AE125}" dt="2023-07-28T02:48:18.701" v="5125" actId="27918"/>
        <pc:sldMkLst>
          <pc:docMk/>
          <pc:sldMk cId="306691157" sldId="257"/>
        </pc:sldMkLst>
        <pc:spChg chg="mod">
          <ac:chgData name="Tanmay Samak" userId="20166025-7f22-4346-9b98-ec55ab787a06" providerId="ADAL" clId="{71CD7D8E-0563-4FFC-84DA-F31E856AE125}" dt="2023-07-09T01:34:27.679" v="160" actId="20577"/>
          <ac:spMkLst>
            <pc:docMk/>
            <pc:sldMk cId="306691157" sldId="257"/>
            <ac:spMk id="2" creationId="{87658E01-20F8-C471-DF10-B1DE14EEE1D4}"/>
          </ac:spMkLst>
        </pc:spChg>
        <pc:spChg chg="del">
          <ac:chgData name="Tanmay Samak" userId="20166025-7f22-4346-9b98-ec55ab787a06" providerId="ADAL" clId="{71CD7D8E-0563-4FFC-84DA-F31E856AE125}" dt="2023-07-09T01:34:30.437" v="161" actId="478"/>
          <ac:spMkLst>
            <pc:docMk/>
            <pc:sldMk cId="306691157" sldId="257"/>
            <ac:spMk id="3" creationId="{19F2D61E-BBDD-019A-A6F5-CF5FB6BE754B}"/>
          </ac:spMkLst>
        </pc:spChg>
        <pc:spChg chg="mod">
          <ac:chgData name="Tanmay Samak" userId="20166025-7f22-4346-9b98-ec55ab787a06" providerId="ADAL" clId="{71CD7D8E-0563-4FFC-84DA-F31E856AE125}" dt="2023-07-09T01:36:46.483" v="173" actId="1076"/>
          <ac:spMkLst>
            <pc:docMk/>
            <pc:sldMk cId="306691157" sldId="257"/>
            <ac:spMk id="4" creationId="{7A5C7B7B-A6C9-D0BB-AA44-3C26051FD074}"/>
          </ac:spMkLst>
        </pc:spChg>
        <pc:spChg chg="mod">
          <ac:chgData name="Tanmay Samak" userId="20166025-7f22-4346-9b98-ec55ab787a06" providerId="ADAL" clId="{71CD7D8E-0563-4FFC-84DA-F31E856AE125}" dt="2023-07-09T18:38:55.563" v="1769" actId="1076"/>
          <ac:spMkLst>
            <pc:docMk/>
            <pc:sldMk cId="306691157" sldId="257"/>
            <ac:spMk id="8" creationId="{E65996BE-EBD7-81C7-2C52-B03332A86A73}"/>
          </ac:spMkLst>
        </pc:spChg>
        <pc:spChg chg="mod">
          <ac:chgData name="Tanmay Samak" userId="20166025-7f22-4346-9b98-ec55ab787a06" providerId="ADAL" clId="{71CD7D8E-0563-4FFC-84DA-F31E856AE125}" dt="2023-07-09T18:42:16.697" v="1786" actId="207"/>
          <ac:spMkLst>
            <pc:docMk/>
            <pc:sldMk cId="306691157" sldId="257"/>
            <ac:spMk id="9" creationId="{0C58A937-FC1E-C222-F54F-139B16EFE675}"/>
          </ac:spMkLst>
        </pc:spChg>
        <pc:spChg chg="mod">
          <ac:chgData name="Tanmay Samak" userId="20166025-7f22-4346-9b98-ec55ab787a06" providerId="ADAL" clId="{71CD7D8E-0563-4FFC-84DA-F31E856AE125}" dt="2023-07-09T18:39:56.427" v="1773" actId="1076"/>
          <ac:spMkLst>
            <pc:docMk/>
            <pc:sldMk cId="306691157" sldId="257"/>
            <ac:spMk id="12" creationId="{1771143C-903A-E673-43AC-D878549CEF70}"/>
          </ac:spMkLst>
        </pc:spChg>
        <pc:spChg chg="mod">
          <ac:chgData name="Tanmay Samak" userId="20166025-7f22-4346-9b98-ec55ab787a06" providerId="ADAL" clId="{71CD7D8E-0563-4FFC-84DA-F31E856AE125}" dt="2023-07-09T18:42:10.665" v="1785" actId="207"/>
          <ac:spMkLst>
            <pc:docMk/>
            <pc:sldMk cId="306691157" sldId="257"/>
            <ac:spMk id="13" creationId="{761BD0E2-3481-D54C-EF0D-3B58FB87553C}"/>
          </ac:spMkLst>
        </pc:spChg>
        <pc:spChg chg="mod">
          <ac:chgData name="Tanmay Samak" userId="20166025-7f22-4346-9b98-ec55ab787a06" providerId="ADAL" clId="{71CD7D8E-0563-4FFC-84DA-F31E856AE125}" dt="2023-07-09T17:19:16.878" v="671" actId="208"/>
          <ac:spMkLst>
            <pc:docMk/>
            <pc:sldMk cId="306691157" sldId="257"/>
            <ac:spMk id="16" creationId="{251C0F86-2AA1-0C05-5B16-DAF29132ABF4}"/>
          </ac:spMkLst>
        </pc:spChg>
        <pc:spChg chg="mod">
          <ac:chgData name="Tanmay Samak" userId="20166025-7f22-4346-9b98-ec55ab787a06" providerId="ADAL" clId="{71CD7D8E-0563-4FFC-84DA-F31E856AE125}" dt="2023-07-09T18:42:07.359" v="1784" actId="207"/>
          <ac:spMkLst>
            <pc:docMk/>
            <pc:sldMk cId="306691157" sldId="257"/>
            <ac:spMk id="17" creationId="{E42D23B6-C93A-E4D3-6C21-0B2D719475DB}"/>
          </ac:spMkLst>
        </pc:spChg>
        <pc:spChg chg="mod">
          <ac:chgData name="Tanmay Samak" userId="20166025-7f22-4346-9b98-ec55ab787a06" providerId="ADAL" clId="{71CD7D8E-0563-4FFC-84DA-F31E856AE125}" dt="2023-07-09T18:35:22.984" v="1747" actId="1076"/>
          <ac:spMkLst>
            <pc:docMk/>
            <pc:sldMk cId="306691157" sldId="257"/>
            <ac:spMk id="20" creationId="{FFB6BF2A-60B9-DA8A-9354-0225BF1729A7}"/>
          </ac:spMkLst>
        </pc:spChg>
        <pc:spChg chg="mod">
          <ac:chgData name="Tanmay Samak" userId="20166025-7f22-4346-9b98-ec55ab787a06" providerId="ADAL" clId="{71CD7D8E-0563-4FFC-84DA-F31E856AE125}" dt="2023-07-09T18:42:05.005" v="1783" actId="207"/>
          <ac:spMkLst>
            <pc:docMk/>
            <pc:sldMk cId="306691157" sldId="257"/>
            <ac:spMk id="21" creationId="{8412A3BE-151C-7E58-24EE-2C96383C2E07}"/>
          </ac:spMkLst>
        </pc:spChg>
        <pc:spChg chg="add mod ord">
          <ac:chgData name="Tanmay Samak" userId="20166025-7f22-4346-9b98-ec55ab787a06" providerId="ADAL" clId="{71CD7D8E-0563-4FFC-84DA-F31E856AE125}" dt="2023-07-09T17:53:20.824" v="1201" actId="20577"/>
          <ac:spMkLst>
            <pc:docMk/>
            <pc:sldMk cId="306691157" sldId="257"/>
            <ac:spMk id="23" creationId="{407A581C-0DE4-8C50-B273-634210F785DF}"/>
          </ac:spMkLst>
        </pc:spChg>
        <pc:grpChg chg="add mod topLvl">
          <ac:chgData name="Tanmay Samak" userId="20166025-7f22-4346-9b98-ec55ab787a06" providerId="ADAL" clId="{71CD7D8E-0563-4FFC-84DA-F31E856AE125}" dt="2023-07-09T18:41:51.343" v="1782" actId="12789"/>
          <ac:grpSpMkLst>
            <pc:docMk/>
            <pc:sldMk cId="306691157" sldId="257"/>
            <ac:grpSpMk id="7" creationId="{C0CEBACC-24C8-570A-F21A-F14AE54921E5}"/>
          </ac:grpSpMkLst>
        </pc:grpChg>
        <pc:grpChg chg="add mod topLvl">
          <ac:chgData name="Tanmay Samak" userId="20166025-7f22-4346-9b98-ec55ab787a06" providerId="ADAL" clId="{71CD7D8E-0563-4FFC-84DA-F31E856AE125}" dt="2023-07-09T18:41:51.343" v="1782" actId="12789"/>
          <ac:grpSpMkLst>
            <pc:docMk/>
            <pc:sldMk cId="306691157" sldId="257"/>
            <ac:grpSpMk id="11" creationId="{D0CF4A1B-98BB-0FA8-F4E2-BB07A4B6DF8F}"/>
          </ac:grpSpMkLst>
        </pc:grpChg>
        <pc:grpChg chg="add mod topLvl">
          <ac:chgData name="Tanmay Samak" userId="20166025-7f22-4346-9b98-ec55ab787a06" providerId="ADAL" clId="{71CD7D8E-0563-4FFC-84DA-F31E856AE125}" dt="2023-07-09T18:41:51.343" v="1782" actId="12789"/>
          <ac:grpSpMkLst>
            <pc:docMk/>
            <pc:sldMk cId="306691157" sldId="257"/>
            <ac:grpSpMk id="15" creationId="{1A1ACD8E-2664-3AA5-B608-E13DBB94F4C3}"/>
          </ac:grpSpMkLst>
        </pc:grpChg>
        <pc:grpChg chg="add mod topLvl">
          <ac:chgData name="Tanmay Samak" userId="20166025-7f22-4346-9b98-ec55ab787a06" providerId="ADAL" clId="{71CD7D8E-0563-4FFC-84DA-F31E856AE125}" dt="2023-07-09T18:41:51.343" v="1782" actId="12789"/>
          <ac:grpSpMkLst>
            <pc:docMk/>
            <pc:sldMk cId="306691157" sldId="257"/>
            <ac:grpSpMk id="19" creationId="{3F1A9756-0987-2947-1AA4-846D8F8C9D61}"/>
          </ac:grpSpMkLst>
        </pc:grpChg>
        <pc:grpChg chg="add del mod">
          <ac:chgData name="Tanmay Samak" userId="20166025-7f22-4346-9b98-ec55ab787a06" providerId="ADAL" clId="{71CD7D8E-0563-4FFC-84DA-F31E856AE125}" dt="2023-07-09T01:37:09.175" v="176" actId="165"/>
          <ac:grpSpMkLst>
            <pc:docMk/>
            <pc:sldMk cId="306691157" sldId="257"/>
            <ac:grpSpMk id="24" creationId="{FDA1C72C-2DFC-9A33-AF78-A11A29486A6E}"/>
          </ac:grpSpMkLst>
        </pc:grpChg>
        <pc:graphicFrameChg chg="add mod topLvl">
          <ac:chgData name="Tanmay Samak" userId="20166025-7f22-4346-9b98-ec55ab787a06" providerId="ADAL" clId="{71CD7D8E-0563-4FFC-84DA-F31E856AE125}" dt="2023-07-24T02:49:47.850" v="2699" actId="15174"/>
          <ac:graphicFrameMkLst>
            <pc:docMk/>
            <pc:sldMk cId="306691157" sldId="257"/>
            <ac:graphicFrameMk id="6" creationId="{7A17235F-A143-5E6C-0B30-DE07791D02ED}"/>
          </ac:graphicFrameMkLst>
        </pc:graphicFrameChg>
        <pc:graphicFrameChg chg="mod modGraphic">
          <ac:chgData name="Tanmay Samak" userId="20166025-7f22-4346-9b98-ec55ab787a06" providerId="ADAL" clId="{71CD7D8E-0563-4FFC-84DA-F31E856AE125}" dt="2023-07-09T17:51:42.884" v="1199" actId="404"/>
          <ac:graphicFrameMkLst>
            <pc:docMk/>
            <pc:sldMk cId="306691157" sldId="257"/>
            <ac:graphicFrameMk id="10" creationId="{AB2A4779-3F8C-36F7-22E8-F41D5647D09D}"/>
          </ac:graphicFrameMkLst>
        </pc:graphicFrameChg>
        <pc:graphicFrameChg chg="mod modGraphic">
          <ac:chgData name="Tanmay Samak" userId="20166025-7f22-4346-9b98-ec55ab787a06" providerId="ADAL" clId="{71CD7D8E-0563-4FFC-84DA-F31E856AE125}" dt="2023-07-09T18:40:07.102" v="1774" actId="1076"/>
          <ac:graphicFrameMkLst>
            <pc:docMk/>
            <pc:sldMk cId="306691157" sldId="257"/>
            <ac:graphicFrameMk id="14" creationId="{9485BEC1-CF68-2287-ECC6-1BB0E41F8559}"/>
          </ac:graphicFrameMkLst>
        </pc:graphicFrameChg>
        <pc:graphicFrameChg chg="mod modGraphic">
          <ac:chgData name="Tanmay Samak" userId="20166025-7f22-4346-9b98-ec55ab787a06" providerId="ADAL" clId="{71CD7D8E-0563-4FFC-84DA-F31E856AE125}" dt="2023-07-09T18:39:11.748" v="1771" actId="404"/>
          <ac:graphicFrameMkLst>
            <pc:docMk/>
            <pc:sldMk cId="306691157" sldId="257"/>
            <ac:graphicFrameMk id="18" creationId="{6EE4608B-1239-3A41-DAE6-8560E23A1771}"/>
          </ac:graphicFrameMkLst>
        </pc:graphicFrameChg>
        <pc:graphicFrameChg chg="mod modGraphic">
          <ac:chgData name="Tanmay Samak" userId="20166025-7f22-4346-9b98-ec55ab787a06" providerId="ADAL" clId="{71CD7D8E-0563-4FFC-84DA-F31E856AE125}" dt="2023-07-09T18:39:18.330" v="1772" actId="404"/>
          <ac:graphicFrameMkLst>
            <pc:docMk/>
            <pc:sldMk cId="306691157" sldId="257"/>
            <ac:graphicFrameMk id="22" creationId="{51EAC666-64E2-6C52-850E-88C8D93E262C}"/>
          </ac:graphicFrameMkLst>
        </pc:graphicFrameChg>
      </pc:sldChg>
      <pc:sldChg chg="addSp delSp modSp new mod modNotesTx">
        <pc:chgData name="Tanmay Samak" userId="20166025-7f22-4346-9b98-ec55ab787a06" providerId="ADAL" clId="{71CD7D8E-0563-4FFC-84DA-F31E856AE125}" dt="2023-08-04T04:57:32.733" v="8420"/>
        <pc:sldMkLst>
          <pc:docMk/>
          <pc:sldMk cId="3590788104" sldId="273"/>
        </pc:sldMkLst>
        <pc:spChg chg="mod">
          <ac:chgData name="Tanmay Samak" userId="20166025-7f22-4346-9b98-ec55ab787a06" providerId="ADAL" clId="{71CD7D8E-0563-4FFC-84DA-F31E856AE125}" dt="2023-07-31T16:29:25.678" v="6631" actId="20577"/>
          <ac:spMkLst>
            <pc:docMk/>
            <pc:sldMk cId="3590788104" sldId="273"/>
            <ac:spMk id="2" creationId="{844D4E26-B530-D556-4747-3FCE832AFF15}"/>
          </ac:spMkLst>
        </pc:spChg>
        <pc:spChg chg="mod">
          <ac:chgData name="Tanmay Samak" userId="20166025-7f22-4346-9b98-ec55ab787a06" providerId="ADAL" clId="{71CD7D8E-0563-4FFC-84DA-F31E856AE125}" dt="2023-08-03T04:59:45.330" v="6930"/>
          <ac:spMkLst>
            <pc:docMk/>
            <pc:sldMk cId="3590788104" sldId="273"/>
            <ac:spMk id="3" creationId="{20FEE75E-4191-DF81-29B1-94AD70DB3537}"/>
          </ac:spMkLst>
        </pc:spChg>
        <pc:spChg chg="add del mod">
          <ac:chgData name="Tanmay Samak" userId="20166025-7f22-4346-9b98-ec55ab787a06" providerId="ADAL" clId="{71CD7D8E-0563-4FFC-84DA-F31E856AE125}" dt="2023-07-31T12:19:59.216" v="5463" actId="478"/>
          <ac:spMkLst>
            <pc:docMk/>
            <pc:sldMk cId="3590788104" sldId="273"/>
            <ac:spMk id="6" creationId="{6DFBB1B8-96C9-43F8-4A4A-038F4542056A}"/>
          </ac:spMkLst>
        </pc:spChg>
        <pc:spChg chg="add del mod">
          <ac:chgData name="Tanmay Samak" userId="20166025-7f22-4346-9b98-ec55ab787a06" providerId="ADAL" clId="{71CD7D8E-0563-4FFC-84DA-F31E856AE125}" dt="2023-07-24T04:36:39.731" v="3229" actId="21"/>
          <ac:spMkLst>
            <pc:docMk/>
            <pc:sldMk cId="3590788104" sldId="273"/>
            <ac:spMk id="6" creationId="{C2070900-DBD3-182B-3B8A-4684EA23BCB8}"/>
          </ac:spMkLst>
        </pc:spChg>
        <pc:spChg chg="add del mod">
          <ac:chgData name="Tanmay Samak" userId="20166025-7f22-4346-9b98-ec55ab787a06" providerId="ADAL" clId="{71CD7D8E-0563-4FFC-84DA-F31E856AE125}" dt="2023-07-24T04:36:39.731" v="3229" actId="21"/>
          <ac:spMkLst>
            <pc:docMk/>
            <pc:sldMk cId="3590788104" sldId="273"/>
            <ac:spMk id="7" creationId="{86FF7CE3-082A-F406-B02B-92A77C53085C}"/>
          </ac:spMkLst>
        </pc:spChg>
        <pc:spChg chg="add del mod">
          <ac:chgData name="Tanmay Samak" userId="20166025-7f22-4346-9b98-ec55ab787a06" providerId="ADAL" clId="{71CD7D8E-0563-4FFC-84DA-F31E856AE125}" dt="2023-07-31T12:20:01.594" v="5464" actId="478"/>
          <ac:spMkLst>
            <pc:docMk/>
            <pc:sldMk cId="3590788104" sldId="273"/>
            <ac:spMk id="7" creationId="{BF25109A-2AE9-04CE-FCE8-5AC19FCD03C9}"/>
          </ac:spMkLst>
        </pc:spChg>
        <pc:spChg chg="add del">
          <ac:chgData name="Tanmay Samak" userId="20166025-7f22-4346-9b98-ec55ab787a06" providerId="ADAL" clId="{71CD7D8E-0563-4FFC-84DA-F31E856AE125}" dt="2023-07-31T12:04:20.256" v="5299"/>
          <ac:spMkLst>
            <pc:docMk/>
            <pc:sldMk cId="3590788104" sldId="273"/>
            <ac:spMk id="9" creationId="{9F6D8822-B3ED-B17E-1C6A-0E76D1BE37D8}"/>
          </ac:spMkLst>
        </pc:spChg>
        <pc:spChg chg="add mod">
          <ac:chgData name="Tanmay Samak" userId="20166025-7f22-4346-9b98-ec55ab787a06" providerId="ADAL" clId="{71CD7D8E-0563-4FFC-84DA-F31E856AE125}" dt="2023-07-31T12:17:15.354" v="5358" actId="1076"/>
          <ac:spMkLst>
            <pc:docMk/>
            <pc:sldMk cId="3590788104" sldId="273"/>
            <ac:spMk id="12" creationId="{08AB6448-3829-B74D-EA82-AC28DB1C0368}"/>
          </ac:spMkLst>
        </pc:spChg>
        <pc:spChg chg="add mod">
          <ac:chgData name="Tanmay Samak" userId="20166025-7f22-4346-9b98-ec55ab787a06" providerId="ADAL" clId="{71CD7D8E-0563-4FFC-84DA-F31E856AE125}" dt="2023-07-31T12:22:54.747" v="5479" actId="14100"/>
          <ac:spMkLst>
            <pc:docMk/>
            <pc:sldMk cId="3590788104" sldId="273"/>
            <ac:spMk id="13" creationId="{7E71A249-F803-6670-D8D6-879C91BF5851}"/>
          </ac:spMkLst>
        </pc:spChg>
        <pc:spChg chg="add mod">
          <ac:chgData name="Tanmay Samak" userId="20166025-7f22-4346-9b98-ec55ab787a06" providerId="ADAL" clId="{71CD7D8E-0563-4FFC-84DA-F31E856AE125}" dt="2023-07-31T12:30:44.885" v="5529" actId="20577"/>
          <ac:spMkLst>
            <pc:docMk/>
            <pc:sldMk cId="3590788104" sldId="273"/>
            <ac:spMk id="14" creationId="{6FFE143E-EFA3-9566-3B1B-308AF6B385C6}"/>
          </ac:spMkLst>
        </pc:spChg>
        <pc:spChg chg="add mod">
          <ac:chgData name="Tanmay Samak" userId="20166025-7f22-4346-9b98-ec55ab787a06" providerId="ADAL" clId="{71CD7D8E-0563-4FFC-84DA-F31E856AE125}" dt="2023-07-31T13:32:49.907" v="5896" actId="20577"/>
          <ac:spMkLst>
            <pc:docMk/>
            <pc:sldMk cId="3590788104" sldId="273"/>
            <ac:spMk id="15" creationId="{28A9D35D-52AB-190F-F56A-687456385705}"/>
          </ac:spMkLst>
        </pc:spChg>
        <pc:spChg chg="add mod">
          <ac:chgData name="Tanmay Samak" userId="20166025-7f22-4346-9b98-ec55ab787a06" providerId="ADAL" clId="{71CD7D8E-0563-4FFC-84DA-F31E856AE125}" dt="2023-08-04T04:57:32.733" v="8420"/>
          <ac:spMkLst>
            <pc:docMk/>
            <pc:sldMk cId="3590788104" sldId="273"/>
            <ac:spMk id="17" creationId="{2463B644-E87A-FB39-487D-D02157CCB0D4}"/>
          </ac:spMkLst>
        </pc:spChg>
        <pc:spChg chg="add mod">
          <ac:chgData name="Tanmay Samak" userId="20166025-7f22-4346-9b98-ec55ab787a06" providerId="ADAL" clId="{71CD7D8E-0563-4FFC-84DA-F31E856AE125}" dt="2023-08-04T04:57:32.733" v="8420"/>
          <ac:spMkLst>
            <pc:docMk/>
            <pc:sldMk cId="3590788104" sldId="273"/>
            <ac:spMk id="18" creationId="{1A29F9D9-B8EE-FFEF-B2B0-D492ED3BD2B6}"/>
          </ac:spMkLst>
        </pc:spChg>
        <pc:spChg chg="add mod">
          <ac:chgData name="Tanmay Samak" userId="20166025-7f22-4346-9b98-ec55ab787a06" providerId="ADAL" clId="{71CD7D8E-0563-4FFC-84DA-F31E856AE125}" dt="2023-08-04T04:57:32.733" v="8420"/>
          <ac:spMkLst>
            <pc:docMk/>
            <pc:sldMk cId="3590788104" sldId="273"/>
            <ac:spMk id="19" creationId="{D2D1803A-260A-3D6F-2A7E-D5161ECDE053}"/>
          </ac:spMkLst>
        </pc:spChg>
        <pc:spChg chg="add mod">
          <ac:chgData name="Tanmay Samak" userId="20166025-7f22-4346-9b98-ec55ab787a06" providerId="ADAL" clId="{71CD7D8E-0563-4FFC-84DA-F31E856AE125}" dt="2023-08-04T04:57:32.733" v="8420"/>
          <ac:spMkLst>
            <pc:docMk/>
            <pc:sldMk cId="3590788104" sldId="273"/>
            <ac:spMk id="20" creationId="{8E05339A-4D24-8378-06F7-7B9E1F707EB4}"/>
          </ac:spMkLst>
        </pc:spChg>
        <pc:spChg chg="add mod">
          <ac:chgData name="Tanmay Samak" userId="20166025-7f22-4346-9b98-ec55ab787a06" providerId="ADAL" clId="{71CD7D8E-0563-4FFC-84DA-F31E856AE125}" dt="2023-08-04T04:57:32.733" v="8420"/>
          <ac:spMkLst>
            <pc:docMk/>
            <pc:sldMk cId="3590788104" sldId="273"/>
            <ac:spMk id="21" creationId="{21ADAB81-A02C-3BA0-553C-7CF41D0C5E48}"/>
          </ac:spMkLst>
        </pc:spChg>
        <pc:spChg chg="add mod">
          <ac:chgData name="Tanmay Samak" userId="20166025-7f22-4346-9b98-ec55ab787a06" providerId="ADAL" clId="{71CD7D8E-0563-4FFC-84DA-F31E856AE125}" dt="2023-08-04T04:57:32.733" v="8420"/>
          <ac:spMkLst>
            <pc:docMk/>
            <pc:sldMk cId="3590788104" sldId="273"/>
            <ac:spMk id="22" creationId="{81DDBE8C-ED3A-05EF-6452-48731B03DEE8}"/>
          </ac:spMkLst>
        </pc:spChg>
        <pc:spChg chg="add mod">
          <ac:chgData name="Tanmay Samak" userId="20166025-7f22-4346-9b98-ec55ab787a06" providerId="ADAL" clId="{71CD7D8E-0563-4FFC-84DA-F31E856AE125}" dt="2023-08-04T04:57:32.733" v="8420"/>
          <ac:spMkLst>
            <pc:docMk/>
            <pc:sldMk cId="3590788104" sldId="273"/>
            <ac:spMk id="23" creationId="{F1919587-3536-93B0-91FD-B004D47C7CC2}"/>
          </ac:spMkLst>
        </pc:spChg>
        <pc:spChg chg="add mod">
          <ac:chgData name="Tanmay Samak" userId="20166025-7f22-4346-9b98-ec55ab787a06" providerId="ADAL" clId="{71CD7D8E-0563-4FFC-84DA-F31E856AE125}" dt="2023-08-04T04:57:32.733" v="8420"/>
          <ac:spMkLst>
            <pc:docMk/>
            <pc:sldMk cId="3590788104" sldId="273"/>
            <ac:spMk id="24" creationId="{4239AADF-3D64-48E7-AB2E-3B7E572A20F7}"/>
          </ac:spMkLst>
        </pc:spChg>
        <pc:picChg chg="add mod">
          <ac:chgData name="Tanmay Samak" userId="20166025-7f22-4346-9b98-ec55ab787a06" providerId="ADAL" clId="{71CD7D8E-0563-4FFC-84DA-F31E856AE125}" dt="2023-07-31T12:16:21.523" v="5328" actId="1076"/>
          <ac:picMkLst>
            <pc:docMk/>
            <pc:sldMk cId="3590788104" sldId="273"/>
            <ac:picMk id="10" creationId="{C9432FC8-DEA2-7192-5F26-1D75978E66BA}"/>
          </ac:picMkLst>
        </pc:picChg>
        <pc:picChg chg="add mod">
          <ac:chgData name="Tanmay Samak" userId="20166025-7f22-4346-9b98-ec55ab787a06" providerId="ADAL" clId="{71CD7D8E-0563-4FFC-84DA-F31E856AE125}" dt="2023-07-31T12:16:35.049" v="5331" actId="1076"/>
          <ac:picMkLst>
            <pc:docMk/>
            <pc:sldMk cId="3590788104" sldId="273"/>
            <ac:picMk id="11" creationId="{0F95557F-831A-A466-5F0E-1CF26F89B265}"/>
          </ac:picMkLst>
        </pc:picChg>
        <pc:picChg chg="add del mod">
          <ac:chgData name="Tanmay Samak" userId="20166025-7f22-4346-9b98-ec55ab787a06" providerId="ADAL" clId="{71CD7D8E-0563-4FFC-84DA-F31E856AE125}" dt="2023-07-31T11:32:11.034" v="5253" actId="478"/>
          <ac:picMkLst>
            <pc:docMk/>
            <pc:sldMk cId="3590788104" sldId="273"/>
            <ac:picMk id="1026" creationId="{82CE739C-B388-960F-1653-A10882D5DA77}"/>
          </ac:picMkLst>
        </pc:picChg>
        <pc:picChg chg="add mod">
          <ac:chgData name="Tanmay Samak" userId="20166025-7f22-4346-9b98-ec55ab787a06" providerId="ADAL" clId="{71CD7D8E-0563-4FFC-84DA-F31E856AE125}" dt="2023-07-31T12:16:24.057" v="5329" actId="1076"/>
          <ac:picMkLst>
            <pc:docMk/>
            <pc:sldMk cId="3590788104" sldId="273"/>
            <ac:picMk id="1028" creationId="{2ADD1B15-FD88-AB86-B4B4-2DAF06475870}"/>
          </ac:picMkLst>
        </pc:picChg>
        <pc:picChg chg="add del mod">
          <ac:chgData name="Tanmay Samak" userId="20166025-7f22-4346-9b98-ec55ab787a06" providerId="ADAL" clId="{71CD7D8E-0563-4FFC-84DA-F31E856AE125}" dt="2023-07-28T03:42:55.616" v="5137" actId="478"/>
          <ac:picMkLst>
            <pc:docMk/>
            <pc:sldMk cId="3590788104" sldId="273"/>
            <ac:picMk id="1028" creationId="{8C3B4C44-3B6E-3513-8DFB-701933DC77EC}"/>
          </ac:picMkLst>
        </pc:picChg>
        <pc:picChg chg="add del mod">
          <ac:chgData name="Tanmay Samak" userId="20166025-7f22-4346-9b98-ec55ab787a06" providerId="ADAL" clId="{71CD7D8E-0563-4FFC-84DA-F31E856AE125}" dt="2023-07-31T11:32:10.412" v="5252" actId="478"/>
          <ac:picMkLst>
            <pc:docMk/>
            <pc:sldMk cId="3590788104" sldId="273"/>
            <ac:picMk id="1030" creationId="{49B2C46D-B61A-31A5-347D-DDF694FE9663}"/>
          </ac:picMkLst>
        </pc:picChg>
        <pc:picChg chg="add del mod">
          <ac:chgData name="Tanmay Samak" userId="20166025-7f22-4346-9b98-ec55ab787a06" providerId="ADAL" clId="{71CD7D8E-0563-4FFC-84DA-F31E856AE125}" dt="2023-07-31T11:32:11.614" v="5254" actId="478"/>
          <ac:picMkLst>
            <pc:docMk/>
            <pc:sldMk cId="3590788104" sldId="273"/>
            <ac:picMk id="1032" creationId="{4D8AB5B9-F57E-A190-DD1E-C4C8C6DD3196}"/>
          </ac:picMkLst>
        </pc:picChg>
        <pc:picChg chg="add mod">
          <ac:chgData name="Tanmay Samak" userId="20166025-7f22-4346-9b98-ec55ab787a06" providerId="ADAL" clId="{71CD7D8E-0563-4FFC-84DA-F31E856AE125}" dt="2023-07-31T12:16:16.664" v="5327" actId="1076"/>
          <ac:picMkLst>
            <pc:docMk/>
            <pc:sldMk cId="3590788104" sldId="273"/>
            <ac:picMk id="1034" creationId="{8DE579D7-5486-AE02-7F4E-D5E5E38D403E}"/>
          </ac:picMkLst>
        </pc:picChg>
        <pc:picChg chg="add del mod">
          <ac:chgData name="Tanmay Samak" userId="20166025-7f22-4346-9b98-ec55ab787a06" providerId="ADAL" clId="{71CD7D8E-0563-4FFC-84DA-F31E856AE125}" dt="2023-07-31T11:32:13.007" v="5256" actId="478"/>
          <ac:picMkLst>
            <pc:docMk/>
            <pc:sldMk cId="3590788104" sldId="273"/>
            <ac:picMk id="1036" creationId="{A9EEA431-40EE-48ED-66EB-51BEFF0E5160}"/>
          </ac:picMkLst>
        </pc:picChg>
        <pc:picChg chg="add del mod">
          <ac:chgData name="Tanmay Samak" userId="20166025-7f22-4346-9b98-ec55ab787a06" providerId="ADAL" clId="{71CD7D8E-0563-4FFC-84DA-F31E856AE125}" dt="2023-07-31T11:32:12.155" v="5255" actId="478"/>
          <ac:picMkLst>
            <pc:docMk/>
            <pc:sldMk cId="3590788104" sldId="273"/>
            <ac:picMk id="1038" creationId="{6E4BB57F-60AD-44D1-B2B0-4E8F782BEF54}"/>
          </ac:picMkLst>
        </pc:picChg>
        <pc:cxnChg chg="add mod">
          <ac:chgData name="Tanmay Samak" userId="20166025-7f22-4346-9b98-ec55ab787a06" providerId="ADAL" clId="{71CD7D8E-0563-4FFC-84DA-F31E856AE125}" dt="2023-08-04T04:57:32.733" v="8420"/>
          <ac:cxnSpMkLst>
            <pc:docMk/>
            <pc:sldMk cId="3590788104" sldId="273"/>
            <ac:cxnSpMk id="6" creationId="{D57ECDB3-0973-8012-9D01-8C1DE0AE0B03}"/>
          </ac:cxnSpMkLst>
        </pc:cxnChg>
        <pc:cxnChg chg="add mod">
          <ac:chgData name="Tanmay Samak" userId="20166025-7f22-4346-9b98-ec55ab787a06" providerId="ADAL" clId="{71CD7D8E-0563-4FFC-84DA-F31E856AE125}" dt="2023-08-04T04:57:32.733" v="8420"/>
          <ac:cxnSpMkLst>
            <pc:docMk/>
            <pc:sldMk cId="3590788104" sldId="273"/>
            <ac:cxnSpMk id="7" creationId="{DAE1BAE9-DF65-F63C-9747-9AD96EBD43D7}"/>
          </ac:cxnSpMkLst>
        </pc:cxnChg>
        <pc:cxnChg chg="add mod">
          <ac:chgData name="Tanmay Samak" userId="20166025-7f22-4346-9b98-ec55ab787a06" providerId="ADAL" clId="{71CD7D8E-0563-4FFC-84DA-F31E856AE125}" dt="2023-08-04T04:57:32.733" v="8420"/>
          <ac:cxnSpMkLst>
            <pc:docMk/>
            <pc:sldMk cId="3590788104" sldId="273"/>
            <ac:cxnSpMk id="8" creationId="{550A2738-7D56-C9E6-2C34-D3278D00647A}"/>
          </ac:cxnSpMkLst>
        </pc:cxnChg>
        <pc:cxnChg chg="add mod">
          <ac:chgData name="Tanmay Samak" userId="20166025-7f22-4346-9b98-ec55ab787a06" providerId="ADAL" clId="{71CD7D8E-0563-4FFC-84DA-F31E856AE125}" dt="2023-08-04T04:57:32.733" v="8420"/>
          <ac:cxnSpMkLst>
            <pc:docMk/>
            <pc:sldMk cId="3590788104" sldId="273"/>
            <ac:cxnSpMk id="9" creationId="{63A54976-6E83-172F-8DFC-270727B17453}"/>
          </ac:cxnSpMkLst>
        </pc:cxnChg>
        <pc:cxnChg chg="add mod">
          <ac:chgData name="Tanmay Samak" userId="20166025-7f22-4346-9b98-ec55ab787a06" providerId="ADAL" clId="{71CD7D8E-0563-4FFC-84DA-F31E856AE125}" dt="2023-08-04T04:57:32.733" v="8420"/>
          <ac:cxnSpMkLst>
            <pc:docMk/>
            <pc:sldMk cId="3590788104" sldId="273"/>
            <ac:cxnSpMk id="16" creationId="{83E6649D-0FB0-24E3-9408-791E52284AF5}"/>
          </ac:cxnSpMkLst>
        </pc:cxnChg>
      </pc:sldChg>
      <pc:sldChg chg="addSp modSp add mod ord">
        <pc:chgData name="Tanmay Samak" userId="20166025-7f22-4346-9b98-ec55ab787a06" providerId="ADAL" clId="{71CD7D8E-0563-4FFC-84DA-F31E856AE125}" dt="2023-08-04T06:01:49.068" v="9177"/>
        <pc:sldMkLst>
          <pc:docMk/>
          <pc:sldMk cId="2120211666" sldId="274"/>
        </pc:sldMkLst>
        <pc:spChg chg="mod">
          <ac:chgData name="Tanmay Samak" userId="20166025-7f22-4346-9b98-ec55ab787a06" providerId="ADAL" clId="{71CD7D8E-0563-4FFC-84DA-F31E856AE125}" dt="2023-08-04T05:24:24.167" v="8724"/>
          <ac:spMkLst>
            <pc:docMk/>
            <pc:sldMk cId="2120211666" sldId="274"/>
            <ac:spMk id="2" creationId="{844D4E26-B530-D556-4747-3FCE832AFF15}"/>
          </ac:spMkLst>
        </pc:spChg>
        <pc:spChg chg="mod">
          <ac:chgData name="Tanmay Samak" userId="20166025-7f22-4346-9b98-ec55ab787a06" providerId="ADAL" clId="{71CD7D8E-0563-4FFC-84DA-F31E856AE125}" dt="2023-08-04T05:28:01.713" v="8785" actId="20577"/>
          <ac:spMkLst>
            <pc:docMk/>
            <pc:sldMk cId="2120211666" sldId="274"/>
            <ac:spMk id="3" creationId="{20FEE75E-4191-DF81-29B1-94AD70DB3537}"/>
          </ac:spMkLst>
        </pc:spChg>
        <pc:spChg chg="add mod">
          <ac:chgData name="Tanmay Samak" userId="20166025-7f22-4346-9b98-ec55ab787a06" providerId="ADAL" clId="{71CD7D8E-0563-4FFC-84DA-F31E856AE125}" dt="2023-08-04T05:47:37.830" v="9084" actId="20577"/>
          <ac:spMkLst>
            <pc:docMk/>
            <pc:sldMk cId="2120211666" sldId="274"/>
            <ac:spMk id="6" creationId="{88B6F1FF-3674-DCC5-3802-729F0F166793}"/>
          </ac:spMkLst>
        </pc:spChg>
        <pc:spChg chg="add mod">
          <ac:chgData name="Tanmay Samak" userId="20166025-7f22-4346-9b98-ec55ab787a06" providerId="ADAL" clId="{71CD7D8E-0563-4FFC-84DA-F31E856AE125}" dt="2023-08-04T05:46:40.305" v="9075" actId="1076"/>
          <ac:spMkLst>
            <pc:docMk/>
            <pc:sldMk cId="2120211666" sldId="274"/>
            <ac:spMk id="8" creationId="{5D381926-3640-1582-8853-B03F407D8532}"/>
          </ac:spMkLst>
        </pc:spChg>
        <pc:spChg chg="add mod">
          <ac:chgData name="Tanmay Samak" userId="20166025-7f22-4346-9b98-ec55ab787a06" providerId="ADAL" clId="{71CD7D8E-0563-4FFC-84DA-F31E856AE125}" dt="2023-08-04T05:53:36.698" v="9139" actId="20577"/>
          <ac:spMkLst>
            <pc:docMk/>
            <pc:sldMk cId="2120211666" sldId="274"/>
            <ac:spMk id="9" creationId="{E22A7342-87AF-1030-13DF-4F02589F55DB}"/>
          </ac:spMkLst>
        </pc:spChg>
        <pc:spChg chg="add mod">
          <ac:chgData name="Tanmay Samak" userId="20166025-7f22-4346-9b98-ec55ab787a06" providerId="ADAL" clId="{71CD7D8E-0563-4FFC-84DA-F31E856AE125}" dt="2023-08-04T06:01:49.068" v="9177"/>
          <ac:spMkLst>
            <pc:docMk/>
            <pc:sldMk cId="2120211666" sldId="274"/>
            <ac:spMk id="15" creationId="{36BC5473-960E-946F-4044-5565C82F5EB2}"/>
          </ac:spMkLst>
        </pc:spChg>
        <pc:spChg chg="add mod">
          <ac:chgData name="Tanmay Samak" userId="20166025-7f22-4346-9b98-ec55ab787a06" providerId="ADAL" clId="{71CD7D8E-0563-4FFC-84DA-F31E856AE125}" dt="2023-08-04T06:01:49.068" v="9177"/>
          <ac:spMkLst>
            <pc:docMk/>
            <pc:sldMk cId="2120211666" sldId="274"/>
            <ac:spMk id="16" creationId="{D8CFA9BD-9021-1BC6-31AA-45C45562121B}"/>
          </ac:spMkLst>
        </pc:spChg>
        <pc:spChg chg="add mod">
          <ac:chgData name="Tanmay Samak" userId="20166025-7f22-4346-9b98-ec55ab787a06" providerId="ADAL" clId="{71CD7D8E-0563-4FFC-84DA-F31E856AE125}" dt="2023-08-04T06:01:49.068" v="9177"/>
          <ac:spMkLst>
            <pc:docMk/>
            <pc:sldMk cId="2120211666" sldId="274"/>
            <ac:spMk id="17" creationId="{4F12106C-970E-F989-05AC-779784AAFC5C}"/>
          </ac:spMkLst>
        </pc:spChg>
        <pc:spChg chg="add mod">
          <ac:chgData name="Tanmay Samak" userId="20166025-7f22-4346-9b98-ec55ab787a06" providerId="ADAL" clId="{71CD7D8E-0563-4FFC-84DA-F31E856AE125}" dt="2023-08-04T06:01:49.068" v="9177"/>
          <ac:spMkLst>
            <pc:docMk/>
            <pc:sldMk cId="2120211666" sldId="274"/>
            <ac:spMk id="18" creationId="{F079ED36-226C-3B08-4A95-639F9046AB52}"/>
          </ac:spMkLst>
        </pc:spChg>
        <pc:spChg chg="add mod">
          <ac:chgData name="Tanmay Samak" userId="20166025-7f22-4346-9b98-ec55ab787a06" providerId="ADAL" clId="{71CD7D8E-0563-4FFC-84DA-F31E856AE125}" dt="2023-08-04T06:01:49.068" v="9177"/>
          <ac:spMkLst>
            <pc:docMk/>
            <pc:sldMk cId="2120211666" sldId="274"/>
            <ac:spMk id="19" creationId="{49AFF9F7-71EC-6672-F9E6-AA33DA77E6E7}"/>
          </ac:spMkLst>
        </pc:spChg>
        <pc:spChg chg="add mod">
          <ac:chgData name="Tanmay Samak" userId="20166025-7f22-4346-9b98-ec55ab787a06" providerId="ADAL" clId="{71CD7D8E-0563-4FFC-84DA-F31E856AE125}" dt="2023-08-04T06:01:49.068" v="9177"/>
          <ac:spMkLst>
            <pc:docMk/>
            <pc:sldMk cId="2120211666" sldId="274"/>
            <ac:spMk id="20" creationId="{EEF978EB-A319-E9A9-5FB8-6F56E62CEE44}"/>
          </ac:spMkLst>
        </pc:spChg>
        <pc:spChg chg="add mod">
          <ac:chgData name="Tanmay Samak" userId="20166025-7f22-4346-9b98-ec55ab787a06" providerId="ADAL" clId="{71CD7D8E-0563-4FFC-84DA-F31E856AE125}" dt="2023-08-04T06:01:49.068" v="9177"/>
          <ac:spMkLst>
            <pc:docMk/>
            <pc:sldMk cId="2120211666" sldId="274"/>
            <ac:spMk id="21" creationId="{1EB20EAD-9160-E25F-4624-060A0A4E6594}"/>
          </ac:spMkLst>
        </pc:spChg>
        <pc:spChg chg="add mod">
          <ac:chgData name="Tanmay Samak" userId="20166025-7f22-4346-9b98-ec55ab787a06" providerId="ADAL" clId="{71CD7D8E-0563-4FFC-84DA-F31E856AE125}" dt="2023-08-04T06:01:49.068" v="9177"/>
          <ac:spMkLst>
            <pc:docMk/>
            <pc:sldMk cId="2120211666" sldId="274"/>
            <ac:spMk id="22" creationId="{41B7199A-C59D-390B-9120-74F4419E99EA}"/>
          </ac:spMkLst>
        </pc:spChg>
        <pc:picChg chg="add mod">
          <ac:chgData name="Tanmay Samak" userId="20166025-7f22-4346-9b98-ec55ab787a06" providerId="ADAL" clId="{71CD7D8E-0563-4FFC-84DA-F31E856AE125}" dt="2023-08-04T05:46:27.897" v="9073" actId="1076"/>
          <ac:picMkLst>
            <pc:docMk/>
            <pc:sldMk cId="2120211666" sldId="274"/>
            <ac:picMk id="7" creationId="{AC129D26-FA68-5017-E4B8-584B0EF132F6}"/>
          </ac:picMkLst>
        </pc:picChg>
        <pc:picChg chg="add mod">
          <ac:chgData name="Tanmay Samak" userId="20166025-7f22-4346-9b98-ec55ab787a06" providerId="ADAL" clId="{71CD7D8E-0563-4FFC-84DA-F31E856AE125}" dt="2023-08-04T05:46:36.904" v="9074" actId="1076"/>
          <ac:picMkLst>
            <pc:docMk/>
            <pc:sldMk cId="2120211666" sldId="274"/>
            <ac:picMk id="3074" creationId="{CE435AAF-194F-3E42-F890-8CB8588EB4FE}"/>
          </ac:picMkLst>
        </pc:picChg>
        <pc:picChg chg="add mod">
          <ac:chgData name="Tanmay Samak" userId="20166025-7f22-4346-9b98-ec55ab787a06" providerId="ADAL" clId="{71CD7D8E-0563-4FFC-84DA-F31E856AE125}" dt="2023-08-04T05:52:14.296" v="9100" actId="1076"/>
          <ac:picMkLst>
            <pc:docMk/>
            <pc:sldMk cId="2120211666" sldId="274"/>
            <ac:picMk id="3076" creationId="{2E8D1F3C-4973-30BF-B566-A93A3013A3A8}"/>
          </ac:picMkLst>
        </pc:picChg>
        <pc:cxnChg chg="add mod">
          <ac:chgData name="Tanmay Samak" userId="20166025-7f22-4346-9b98-ec55ab787a06" providerId="ADAL" clId="{71CD7D8E-0563-4FFC-84DA-F31E856AE125}" dt="2023-08-04T06:01:49.068" v="9177"/>
          <ac:cxnSpMkLst>
            <pc:docMk/>
            <pc:sldMk cId="2120211666" sldId="274"/>
            <ac:cxnSpMk id="10" creationId="{26DA1D5C-08CE-C440-73A8-AE752FF88309}"/>
          </ac:cxnSpMkLst>
        </pc:cxnChg>
        <pc:cxnChg chg="add mod">
          <ac:chgData name="Tanmay Samak" userId="20166025-7f22-4346-9b98-ec55ab787a06" providerId="ADAL" clId="{71CD7D8E-0563-4FFC-84DA-F31E856AE125}" dt="2023-08-04T06:01:49.068" v="9177"/>
          <ac:cxnSpMkLst>
            <pc:docMk/>
            <pc:sldMk cId="2120211666" sldId="274"/>
            <ac:cxnSpMk id="11" creationId="{C40949B7-200E-2A3B-BB69-2D964C9804C3}"/>
          </ac:cxnSpMkLst>
        </pc:cxnChg>
        <pc:cxnChg chg="add mod">
          <ac:chgData name="Tanmay Samak" userId="20166025-7f22-4346-9b98-ec55ab787a06" providerId="ADAL" clId="{71CD7D8E-0563-4FFC-84DA-F31E856AE125}" dt="2023-08-04T06:01:49.068" v="9177"/>
          <ac:cxnSpMkLst>
            <pc:docMk/>
            <pc:sldMk cId="2120211666" sldId="274"/>
            <ac:cxnSpMk id="12" creationId="{7BA62B76-4153-15AE-5A6E-CBBBF1959010}"/>
          </ac:cxnSpMkLst>
        </pc:cxnChg>
        <pc:cxnChg chg="add mod">
          <ac:chgData name="Tanmay Samak" userId="20166025-7f22-4346-9b98-ec55ab787a06" providerId="ADAL" clId="{71CD7D8E-0563-4FFC-84DA-F31E856AE125}" dt="2023-08-04T06:01:49.068" v="9177"/>
          <ac:cxnSpMkLst>
            <pc:docMk/>
            <pc:sldMk cId="2120211666" sldId="274"/>
            <ac:cxnSpMk id="13" creationId="{19401A0F-4CC5-C53D-277E-BD49E4539185}"/>
          </ac:cxnSpMkLst>
        </pc:cxnChg>
        <pc:cxnChg chg="add mod">
          <ac:chgData name="Tanmay Samak" userId="20166025-7f22-4346-9b98-ec55ab787a06" providerId="ADAL" clId="{71CD7D8E-0563-4FFC-84DA-F31E856AE125}" dt="2023-08-04T06:01:49.068" v="9177"/>
          <ac:cxnSpMkLst>
            <pc:docMk/>
            <pc:sldMk cId="2120211666" sldId="274"/>
            <ac:cxnSpMk id="14" creationId="{D3617868-1636-E17C-FB97-343962D01B64}"/>
          </ac:cxnSpMkLst>
        </pc:cxnChg>
      </pc:sldChg>
      <pc:sldChg chg="addSp delSp modSp add del mod ord">
        <pc:chgData name="Tanmay Samak" userId="20166025-7f22-4346-9b98-ec55ab787a06" providerId="ADAL" clId="{71CD7D8E-0563-4FFC-84DA-F31E856AE125}" dt="2023-08-04T04:57:58.159" v="8429" actId="47"/>
        <pc:sldMkLst>
          <pc:docMk/>
          <pc:sldMk cId="3524906059" sldId="275"/>
        </pc:sldMkLst>
        <pc:spChg chg="mod">
          <ac:chgData name="Tanmay Samak" userId="20166025-7f22-4346-9b98-ec55ab787a06" providerId="ADAL" clId="{71CD7D8E-0563-4FFC-84DA-F31E856AE125}" dt="2023-07-31T16:39:13.117" v="6814" actId="20577"/>
          <ac:spMkLst>
            <pc:docMk/>
            <pc:sldMk cId="3524906059" sldId="275"/>
            <ac:spMk id="2" creationId="{844D4E26-B530-D556-4747-3FCE832AFF15}"/>
          </ac:spMkLst>
        </pc:spChg>
        <pc:spChg chg="mod">
          <ac:chgData name="Tanmay Samak" userId="20166025-7f22-4346-9b98-ec55ab787a06" providerId="ADAL" clId="{71CD7D8E-0563-4FFC-84DA-F31E856AE125}" dt="2023-08-03T06:07:52.661" v="6996" actId="20577"/>
          <ac:spMkLst>
            <pc:docMk/>
            <pc:sldMk cId="3524906059" sldId="275"/>
            <ac:spMk id="3" creationId="{20FEE75E-4191-DF81-29B1-94AD70DB3537}"/>
          </ac:spMkLst>
        </pc:spChg>
        <pc:spChg chg="add del mod">
          <ac:chgData name="Tanmay Samak" userId="20166025-7f22-4346-9b98-ec55ab787a06" providerId="ADAL" clId="{71CD7D8E-0563-4FFC-84DA-F31E856AE125}" dt="2023-08-04T04:57:28.254" v="8417" actId="478"/>
          <ac:spMkLst>
            <pc:docMk/>
            <pc:sldMk cId="3524906059" sldId="275"/>
            <ac:spMk id="8" creationId="{63F0317D-D0AF-2974-7E33-D00DE11C2FA4}"/>
          </ac:spMkLst>
        </pc:spChg>
        <pc:spChg chg="add del mod">
          <ac:chgData name="Tanmay Samak" userId="20166025-7f22-4346-9b98-ec55ab787a06" providerId="ADAL" clId="{71CD7D8E-0563-4FFC-84DA-F31E856AE125}" dt="2023-08-04T04:57:28.254" v="8417" actId="478"/>
          <ac:spMkLst>
            <pc:docMk/>
            <pc:sldMk cId="3524906059" sldId="275"/>
            <ac:spMk id="9" creationId="{AE67DE54-2222-72C2-32AA-F9BD1F471D5A}"/>
          </ac:spMkLst>
        </pc:spChg>
        <pc:spChg chg="add del mod">
          <ac:chgData name="Tanmay Samak" userId="20166025-7f22-4346-9b98-ec55ab787a06" providerId="ADAL" clId="{71CD7D8E-0563-4FFC-84DA-F31E856AE125}" dt="2023-08-04T04:57:28.254" v="8417" actId="478"/>
          <ac:spMkLst>
            <pc:docMk/>
            <pc:sldMk cId="3524906059" sldId="275"/>
            <ac:spMk id="10" creationId="{1532D1E3-CDC8-1D30-B73F-F9FFA0B4F885}"/>
          </ac:spMkLst>
        </pc:spChg>
        <pc:spChg chg="add del mod">
          <ac:chgData name="Tanmay Samak" userId="20166025-7f22-4346-9b98-ec55ab787a06" providerId="ADAL" clId="{71CD7D8E-0563-4FFC-84DA-F31E856AE125}" dt="2023-08-04T04:57:28.254" v="8417" actId="478"/>
          <ac:spMkLst>
            <pc:docMk/>
            <pc:sldMk cId="3524906059" sldId="275"/>
            <ac:spMk id="11" creationId="{261235A6-A7B5-2852-33BC-ACA3A4F97822}"/>
          </ac:spMkLst>
        </pc:spChg>
        <pc:spChg chg="add mod">
          <ac:chgData name="Tanmay Samak" userId="20166025-7f22-4346-9b98-ec55ab787a06" providerId="ADAL" clId="{71CD7D8E-0563-4FFC-84DA-F31E856AE125}" dt="2023-08-04T03:11:51.541" v="7245" actId="1076"/>
          <ac:spMkLst>
            <pc:docMk/>
            <pc:sldMk cId="3524906059" sldId="275"/>
            <ac:spMk id="13" creationId="{E9308DA2-CE8E-C497-B897-5DB10D61C861}"/>
          </ac:spMkLst>
        </pc:spChg>
        <pc:spChg chg="add mod">
          <ac:chgData name="Tanmay Samak" userId="20166025-7f22-4346-9b98-ec55ab787a06" providerId="ADAL" clId="{71CD7D8E-0563-4FFC-84DA-F31E856AE125}" dt="2023-08-04T03:11:51.541" v="7245" actId="1076"/>
          <ac:spMkLst>
            <pc:docMk/>
            <pc:sldMk cId="3524906059" sldId="275"/>
            <ac:spMk id="14" creationId="{0FA34135-C492-C44F-0090-DE575378C104}"/>
          </ac:spMkLst>
        </pc:spChg>
        <pc:spChg chg="add mod">
          <ac:chgData name="Tanmay Samak" userId="20166025-7f22-4346-9b98-ec55ab787a06" providerId="ADAL" clId="{71CD7D8E-0563-4FFC-84DA-F31E856AE125}" dt="2023-08-04T03:11:51.541" v="7245" actId="1076"/>
          <ac:spMkLst>
            <pc:docMk/>
            <pc:sldMk cId="3524906059" sldId="275"/>
            <ac:spMk id="15" creationId="{A8C13247-22BB-0C72-D4AB-0977E1C7C9A0}"/>
          </ac:spMkLst>
        </pc:spChg>
        <pc:spChg chg="add mod">
          <ac:chgData name="Tanmay Samak" userId="20166025-7f22-4346-9b98-ec55ab787a06" providerId="ADAL" clId="{71CD7D8E-0563-4FFC-84DA-F31E856AE125}" dt="2023-08-04T03:11:51.541" v="7245" actId="1076"/>
          <ac:spMkLst>
            <pc:docMk/>
            <pc:sldMk cId="3524906059" sldId="275"/>
            <ac:spMk id="16" creationId="{0871851D-1731-17AA-57DB-B513CD0DABCD}"/>
          </ac:spMkLst>
        </pc:spChg>
        <pc:spChg chg="add mod">
          <ac:chgData name="Tanmay Samak" userId="20166025-7f22-4346-9b98-ec55ab787a06" providerId="ADAL" clId="{71CD7D8E-0563-4FFC-84DA-F31E856AE125}" dt="2023-08-04T03:11:58.361" v="7247" actId="1076"/>
          <ac:spMkLst>
            <pc:docMk/>
            <pc:sldMk cId="3524906059" sldId="275"/>
            <ac:spMk id="19" creationId="{61F7BDB7-18D1-614C-C505-CDC1AB72AFCA}"/>
          </ac:spMkLst>
        </pc:spChg>
        <pc:spChg chg="add del mod">
          <ac:chgData name="Tanmay Samak" userId="20166025-7f22-4346-9b98-ec55ab787a06" providerId="ADAL" clId="{71CD7D8E-0563-4FFC-84DA-F31E856AE125}" dt="2023-08-04T03:21:16.910" v="7333"/>
          <ac:spMkLst>
            <pc:docMk/>
            <pc:sldMk cId="3524906059" sldId="275"/>
            <ac:spMk id="20" creationId="{058C6AE0-49DC-2868-1631-D46BEB5288EF}"/>
          </ac:spMkLst>
        </pc:spChg>
        <pc:spChg chg="add mod">
          <ac:chgData name="Tanmay Samak" userId="20166025-7f22-4346-9b98-ec55ab787a06" providerId="ADAL" clId="{71CD7D8E-0563-4FFC-84DA-F31E856AE125}" dt="2023-08-04T04:57:28.932" v="8418"/>
          <ac:spMkLst>
            <pc:docMk/>
            <pc:sldMk cId="3524906059" sldId="275"/>
            <ac:spMk id="26" creationId="{F00E2370-988A-AEB2-40C5-23D58A2832B8}"/>
          </ac:spMkLst>
        </pc:spChg>
        <pc:spChg chg="add mod">
          <ac:chgData name="Tanmay Samak" userId="20166025-7f22-4346-9b98-ec55ab787a06" providerId="ADAL" clId="{71CD7D8E-0563-4FFC-84DA-F31E856AE125}" dt="2023-08-04T04:57:28.932" v="8418"/>
          <ac:spMkLst>
            <pc:docMk/>
            <pc:sldMk cId="3524906059" sldId="275"/>
            <ac:spMk id="27" creationId="{C9872E99-E442-CE8A-6400-DC80EE4BEE4D}"/>
          </ac:spMkLst>
        </pc:spChg>
        <pc:spChg chg="add mod">
          <ac:chgData name="Tanmay Samak" userId="20166025-7f22-4346-9b98-ec55ab787a06" providerId="ADAL" clId="{71CD7D8E-0563-4FFC-84DA-F31E856AE125}" dt="2023-08-04T04:57:28.932" v="8418"/>
          <ac:spMkLst>
            <pc:docMk/>
            <pc:sldMk cId="3524906059" sldId="275"/>
            <ac:spMk id="28" creationId="{A9FD4862-FEA1-8A63-39EA-1921B9582345}"/>
          </ac:spMkLst>
        </pc:spChg>
        <pc:spChg chg="add mod">
          <ac:chgData name="Tanmay Samak" userId="20166025-7f22-4346-9b98-ec55ab787a06" providerId="ADAL" clId="{71CD7D8E-0563-4FFC-84DA-F31E856AE125}" dt="2023-08-04T04:57:28.932" v="8418"/>
          <ac:spMkLst>
            <pc:docMk/>
            <pc:sldMk cId="3524906059" sldId="275"/>
            <ac:spMk id="29" creationId="{3C466094-FC4A-89CE-D411-9F056446056D}"/>
          </ac:spMkLst>
        </pc:spChg>
        <pc:spChg chg="add mod">
          <ac:chgData name="Tanmay Samak" userId="20166025-7f22-4346-9b98-ec55ab787a06" providerId="ADAL" clId="{71CD7D8E-0563-4FFC-84DA-F31E856AE125}" dt="2023-08-04T04:57:28.932" v="8418"/>
          <ac:spMkLst>
            <pc:docMk/>
            <pc:sldMk cId="3524906059" sldId="275"/>
            <ac:spMk id="30" creationId="{E82315E5-397A-1ED2-24E3-77C69E24EB06}"/>
          </ac:spMkLst>
        </pc:spChg>
        <pc:spChg chg="add mod">
          <ac:chgData name="Tanmay Samak" userId="20166025-7f22-4346-9b98-ec55ab787a06" providerId="ADAL" clId="{71CD7D8E-0563-4FFC-84DA-F31E856AE125}" dt="2023-08-04T04:57:28.932" v="8418"/>
          <ac:spMkLst>
            <pc:docMk/>
            <pc:sldMk cId="3524906059" sldId="275"/>
            <ac:spMk id="31" creationId="{724CE6CB-2F71-1A32-6926-E1C6D96E6A73}"/>
          </ac:spMkLst>
        </pc:spChg>
        <pc:spChg chg="add mod">
          <ac:chgData name="Tanmay Samak" userId="20166025-7f22-4346-9b98-ec55ab787a06" providerId="ADAL" clId="{71CD7D8E-0563-4FFC-84DA-F31E856AE125}" dt="2023-08-04T04:57:28.932" v="8418"/>
          <ac:spMkLst>
            <pc:docMk/>
            <pc:sldMk cId="3524906059" sldId="275"/>
            <ac:spMk id="32" creationId="{3123B31A-A3C3-76B5-04C0-E03F5F75A04D}"/>
          </ac:spMkLst>
        </pc:spChg>
        <pc:spChg chg="add mod">
          <ac:chgData name="Tanmay Samak" userId="20166025-7f22-4346-9b98-ec55ab787a06" providerId="ADAL" clId="{71CD7D8E-0563-4FFC-84DA-F31E856AE125}" dt="2023-08-04T04:57:28.932" v="8418"/>
          <ac:spMkLst>
            <pc:docMk/>
            <pc:sldMk cId="3524906059" sldId="275"/>
            <ac:spMk id="33" creationId="{76F4736F-760F-B8EF-2EC2-FFED1B956E48}"/>
          </ac:spMkLst>
        </pc:spChg>
        <pc:graphicFrameChg chg="add del mod modGraphic">
          <ac:chgData name="Tanmay Samak" userId="20166025-7f22-4346-9b98-ec55ab787a06" providerId="ADAL" clId="{71CD7D8E-0563-4FFC-84DA-F31E856AE125}" dt="2023-07-31T16:26:22.917" v="6605" actId="478"/>
          <ac:graphicFrameMkLst>
            <pc:docMk/>
            <pc:sldMk cId="3524906059" sldId="275"/>
            <ac:graphicFrameMk id="6" creationId="{FFC133B2-6C53-BF45-C721-EA8186F854B7}"/>
          </ac:graphicFrameMkLst>
        </pc:graphicFrameChg>
        <pc:picChg chg="add del mod">
          <ac:chgData name="Tanmay Samak" userId="20166025-7f22-4346-9b98-ec55ab787a06" providerId="ADAL" clId="{71CD7D8E-0563-4FFC-84DA-F31E856AE125}" dt="2023-08-03T04:57:07.705" v="6879" actId="478"/>
          <ac:picMkLst>
            <pc:docMk/>
            <pc:sldMk cId="3524906059" sldId="275"/>
            <ac:picMk id="1026" creationId="{C4BD95F3-F0E5-B659-6F22-8046F542523B}"/>
          </ac:picMkLst>
        </pc:picChg>
        <pc:picChg chg="add del mod">
          <ac:chgData name="Tanmay Samak" userId="20166025-7f22-4346-9b98-ec55ab787a06" providerId="ADAL" clId="{71CD7D8E-0563-4FFC-84DA-F31E856AE125}" dt="2023-08-03T04:38:28.101" v="6852" actId="478"/>
          <ac:picMkLst>
            <pc:docMk/>
            <pc:sldMk cId="3524906059" sldId="275"/>
            <ac:picMk id="1028" creationId="{6EDB9629-383F-13E2-B5C8-26A35EE284ED}"/>
          </ac:picMkLst>
        </pc:picChg>
        <pc:picChg chg="add mod">
          <ac:chgData name="Tanmay Samak" userId="20166025-7f22-4346-9b98-ec55ab787a06" providerId="ADAL" clId="{71CD7D8E-0563-4FFC-84DA-F31E856AE125}" dt="2023-08-03T04:57:25.390" v="6882" actId="1076"/>
          <ac:picMkLst>
            <pc:docMk/>
            <pc:sldMk cId="3524906059" sldId="275"/>
            <ac:picMk id="1030" creationId="{ACF11854-A385-9B2C-50F1-1CB237A67925}"/>
          </ac:picMkLst>
        </pc:picChg>
        <pc:cxnChg chg="add del mod">
          <ac:chgData name="Tanmay Samak" userId="20166025-7f22-4346-9b98-ec55ab787a06" providerId="ADAL" clId="{71CD7D8E-0563-4FFC-84DA-F31E856AE125}" dt="2023-08-04T04:57:28.254" v="8417" actId="478"/>
          <ac:cxnSpMkLst>
            <pc:docMk/>
            <pc:sldMk cId="3524906059" sldId="275"/>
            <ac:cxnSpMk id="7" creationId="{13423693-3EA9-BDC3-B4D3-638BCB34196A}"/>
          </ac:cxnSpMkLst>
        </pc:cxnChg>
        <pc:cxnChg chg="add mod">
          <ac:chgData name="Tanmay Samak" userId="20166025-7f22-4346-9b98-ec55ab787a06" providerId="ADAL" clId="{71CD7D8E-0563-4FFC-84DA-F31E856AE125}" dt="2023-08-04T03:11:51.541" v="7245" actId="1076"/>
          <ac:cxnSpMkLst>
            <pc:docMk/>
            <pc:sldMk cId="3524906059" sldId="275"/>
            <ac:cxnSpMk id="12" creationId="{013BD2EE-837A-52DC-E521-8F651B8F6D28}"/>
          </ac:cxnSpMkLst>
        </pc:cxnChg>
        <pc:cxnChg chg="add mod">
          <ac:chgData name="Tanmay Samak" userId="20166025-7f22-4346-9b98-ec55ab787a06" providerId="ADAL" clId="{71CD7D8E-0563-4FFC-84DA-F31E856AE125}" dt="2023-08-04T04:57:28.932" v="8418"/>
          <ac:cxnSpMkLst>
            <pc:docMk/>
            <pc:sldMk cId="3524906059" sldId="275"/>
            <ac:cxnSpMk id="21" creationId="{8C001E7B-B898-3C49-F967-AB914D7A26A9}"/>
          </ac:cxnSpMkLst>
        </pc:cxnChg>
        <pc:cxnChg chg="add mod">
          <ac:chgData name="Tanmay Samak" userId="20166025-7f22-4346-9b98-ec55ab787a06" providerId="ADAL" clId="{71CD7D8E-0563-4FFC-84DA-F31E856AE125}" dt="2023-08-04T04:57:28.932" v="8418"/>
          <ac:cxnSpMkLst>
            <pc:docMk/>
            <pc:sldMk cId="3524906059" sldId="275"/>
            <ac:cxnSpMk id="22" creationId="{482F0F1E-E454-F4C1-E13D-527DAAE125B4}"/>
          </ac:cxnSpMkLst>
        </pc:cxnChg>
        <pc:cxnChg chg="add mod">
          <ac:chgData name="Tanmay Samak" userId="20166025-7f22-4346-9b98-ec55ab787a06" providerId="ADAL" clId="{71CD7D8E-0563-4FFC-84DA-F31E856AE125}" dt="2023-08-04T04:57:28.932" v="8418"/>
          <ac:cxnSpMkLst>
            <pc:docMk/>
            <pc:sldMk cId="3524906059" sldId="275"/>
            <ac:cxnSpMk id="23" creationId="{AF12A540-25D5-5D02-A509-36C723B9FBBD}"/>
          </ac:cxnSpMkLst>
        </pc:cxnChg>
        <pc:cxnChg chg="add mod">
          <ac:chgData name="Tanmay Samak" userId="20166025-7f22-4346-9b98-ec55ab787a06" providerId="ADAL" clId="{71CD7D8E-0563-4FFC-84DA-F31E856AE125}" dt="2023-08-04T04:57:28.932" v="8418"/>
          <ac:cxnSpMkLst>
            <pc:docMk/>
            <pc:sldMk cId="3524906059" sldId="275"/>
            <ac:cxnSpMk id="24" creationId="{D0DDD40C-8E72-C7D6-CEBE-F86918392D68}"/>
          </ac:cxnSpMkLst>
        </pc:cxnChg>
        <pc:cxnChg chg="add mod">
          <ac:chgData name="Tanmay Samak" userId="20166025-7f22-4346-9b98-ec55ab787a06" providerId="ADAL" clId="{71CD7D8E-0563-4FFC-84DA-F31E856AE125}" dt="2023-08-04T04:57:28.932" v="8418"/>
          <ac:cxnSpMkLst>
            <pc:docMk/>
            <pc:sldMk cId="3524906059" sldId="275"/>
            <ac:cxnSpMk id="25" creationId="{BD3C94BF-D508-D052-CF00-149C23C844C5}"/>
          </ac:cxnSpMkLst>
        </pc:cxnChg>
      </pc:sldChg>
      <pc:sldChg chg="addSp modSp add del mod">
        <pc:chgData name="Tanmay Samak" userId="20166025-7f22-4346-9b98-ec55ab787a06" providerId="ADAL" clId="{71CD7D8E-0563-4FFC-84DA-F31E856AE125}" dt="2023-07-09T18:45:12.561" v="1807" actId="47"/>
        <pc:sldMkLst>
          <pc:docMk/>
          <pc:sldMk cId="3792747642" sldId="276"/>
        </pc:sldMkLst>
        <pc:spChg chg="add mod">
          <ac:chgData name="Tanmay Samak" userId="20166025-7f22-4346-9b98-ec55ab787a06" providerId="ADAL" clId="{71CD7D8E-0563-4FFC-84DA-F31E856AE125}" dt="2023-07-09T18:09:02.154" v="1251" actId="208"/>
          <ac:spMkLst>
            <pc:docMk/>
            <pc:sldMk cId="3792747642" sldId="276"/>
            <ac:spMk id="3" creationId="{067188BD-D7CB-F6AD-9BC8-B05CBDE7B236}"/>
          </ac:spMkLst>
        </pc:spChg>
        <pc:spChg chg="mod">
          <ac:chgData name="Tanmay Samak" userId="20166025-7f22-4346-9b98-ec55ab787a06" providerId="ADAL" clId="{71CD7D8E-0563-4FFC-84DA-F31E856AE125}" dt="2023-07-09T18:05:22.328" v="1234" actId="1076"/>
          <ac:spMkLst>
            <pc:docMk/>
            <pc:sldMk cId="3792747642" sldId="276"/>
            <ac:spMk id="8" creationId="{E65996BE-EBD7-81C7-2C52-B03332A86A73}"/>
          </ac:spMkLst>
        </pc:spChg>
        <pc:spChg chg="mod">
          <ac:chgData name="Tanmay Samak" userId="20166025-7f22-4346-9b98-ec55ab787a06" providerId="ADAL" clId="{71CD7D8E-0563-4FFC-84DA-F31E856AE125}" dt="2023-07-09T18:06:54.450" v="1242" actId="1076"/>
          <ac:spMkLst>
            <pc:docMk/>
            <pc:sldMk cId="3792747642" sldId="276"/>
            <ac:spMk id="12" creationId="{1771143C-903A-E673-43AC-D878549CEF70}"/>
          </ac:spMkLst>
        </pc:spChg>
        <pc:spChg chg="add mod">
          <ac:chgData name="Tanmay Samak" userId="20166025-7f22-4346-9b98-ec55ab787a06" providerId="ADAL" clId="{71CD7D8E-0563-4FFC-84DA-F31E856AE125}" dt="2023-07-09T18:09:02.154" v="1251" actId="208"/>
          <ac:spMkLst>
            <pc:docMk/>
            <pc:sldMk cId="3792747642" sldId="276"/>
            <ac:spMk id="24" creationId="{7D252F91-30C7-CB5F-D72C-87EDB014D177}"/>
          </ac:spMkLst>
        </pc:spChg>
        <pc:spChg chg="add mod">
          <ac:chgData name="Tanmay Samak" userId="20166025-7f22-4346-9b98-ec55ab787a06" providerId="ADAL" clId="{71CD7D8E-0563-4FFC-84DA-F31E856AE125}" dt="2023-07-09T18:09:02.154" v="1251" actId="208"/>
          <ac:spMkLst>
            <pc:docMk/>
            <pc:sldMk cId="3792747642" sldId="276"/>
            <ac:spMk id="25" creationId="{45037661-61E2-184B-C9BC-3CAB279B7A4B}"/>
          </ac:spMkLst>
        </pc:spChg>
      </pc:sldChg>
      <pc:sldChg chg="addSp modSp add mod">
        <pc:chgData name="Tanmay Samak" userId="20166025-7f22-4346-9b98-ec55ab787a06" providerId="ADAL" clId="{71CD7D8E-0563-4FFC-84DA-F31E856AE125}" dt="2023-08-04T15:17:43.641" v="9449" actId="20577"/>
        <pc:sldMkLst>
          <pc:docMk/>
          <pc:sldMk cId="3527120456" sldId="277"/>
        </pc:sldMkLst>
        <pc:spChg chg="mod">
          <ac:chgData name="Tanmay Samak" userId="20166025-7f22-4346-9b98-ec55ab787a06" providerId="ADAL" clId="{71CD7D8E-0563-4FFC-84DA-F31E856AE125}" dt="2023-07-09T18:12:07.804" v="1348" actId="20577"/>
          <ac:spMkLst>
            <pc:docMk/>
            <pc:sldMk cId="3527120456" sldId="277"/>
            <ac:spMk id="2" creationId="{844D4E26-B530-D556-4747-3FCE832AFF15}"/>
          </ac:spMkLst>
        </pc:spChg>
        <pc:spChg chg="mod">
          <ac:chgData name="Tanmay Samak" userId="20166025-7f22-4346-9b98-ec55ab787a06" providerId="ADAL" clId="{71CD7D8E-0563-4FFC-84DA-F31E856AE125}" dt="2023-08-04T15:17:43.641" v="9449" actId="20577"/>
          <ac:spMkLst>
            <pc:docMk/>
            <pc:sldMk cId="3527120456" sldId="277"/>
            <ac:spMk id="3" creationId="{20FEE75E-4191-DF81-29B1-94AD70DB3537}"/>
          </ac:spMkLst>
        </pc:spChg>
        <pc:picChg chg="add mod">
          <ac:chgData name="Tanmay Samak" userId="20166025-7f22-4346-9b98-ec55ab787a06" providerId="ADAL" clId="{71CD7D8E-0563-4FFC-84DA-F31E856AE125}" dt="2023-08-04T15:12:13.045" v="9398" actId="14100"/>
          <ac:picMkLst>
            <pc:docMk/>
            <pc:sldMk cId="3527120456" sldId="277"/>
            <ac:picMk id="6" creationId="{EB2600B5-707C-7493-C06D-0A2969378830}"/>
          </ac:picMkLst>
        </pc:picChg>
        <pc:picChg chg="add mod">
          <ac:chgData name="Tanmay Samak" userId="20166025-7f22-4346-9b98-ec55ab787a06" providerId="ADAL" clId="{71CD7D8E-0563-4FFC-84DA-F31E856AE125}" dt="2023-08-04T15:12:05.180" v="9396" actId="1076"/>
          <ac:picMkLst>
            <pc:docMk/>
            <pc:sldMk cId="3527120456" sldId="277"/>
            <ac:picMk id="3074" creationId="{6B01D1D4-2537-1181-C207-AAA4C6ABD0B3}"/>
          </ac:picMkLst>
        </pc:picChg>
      </pc:sldChg>
      <pc:sldChg chg="add del">
        <pc:chgData name="Tanmay Samak" userId="20166025-7f22-4346-9b98-ec55ab787a06" providerId="ADAL" clId="{71CD7D8E-0563-4FFC-84DA-F31E856AE125}" dt="2023-07-09T18:45:09.114" v="1806" actId="47"/>
        <pc:sldMkLst>
          <pc:docMk/>
          <pc:sldMk cId="1618525889" sldId="278"/>
        </pc:sldMkLst>
      </pc:sldChg>
      <pc:sldChg chg="addSp modSp add mod modTransition addCm">
        <pc:chgData name="Tanmay Samak" userId="20166025-7f22-4346-9b98-ec55ab787a06" providerId="ADAL" clId="{71CD7D8E-0563-4FFC-84DA-F31E856AE125}" dt="2023-08-05T00:13:41.313" v="9667"/>
        <pc:sldMkLst>
          <pc:docMk/>
          <pc:sldMk cId="3200012562" sldId="279"/>
        </pc:sldMkLst>
        <pc:spChg chg="mod">
          <ac:chgData name="Tanmay Samak" userId="20166025-7f22-4346-9b98-ec55ab787a06" providerId="ADAL" clId="{71CD7D8E-0563-4FFC-84DA-F31E856AE125}" dt="2023-07-09T18:45:26.188" v="1819" actId="20577"/>
          <ac:spMkLst>
            <pc:docMk/>
            <pc:sldMk cId="3200012562" sldId="279"/>
            <ac:spMk id="2" creationId="{87658E01-20F8-C471-DF10-B1DE14EEE1D4}"/>
          </ac:spMkLst>
        </pc:spChg>
        <pc:spChg chg="add mod">
          <ac:chgData name="Tanmay Samak" userId="20166025-7f22-4346-9b98-ec55ab787a06" providerId="ADAL" clId="{71CD7D8E-0563-4FFC-84DA-F31E856AE125}" dt="2023-07-09T18:45:01.898" v="1805" actId="207"/>
          <ac:spMkLst>
            <pc:docMk/>
            <pc:sldMk cId="3200012562" sldId="279"/>
            <ac:spMk id="3" creationId="{073422AC-F843-7F9E-E141-9FF5D3CB8DC3}"/>
          </ac:spMkLst>
        </pc:spChg>
        <pc:spChg chg="add mod">
          <ac:chgData name="Tanmay Samak" userId="20166025-7f22-4346-9b98-ec55ab787a06" providerId="ADAL" clId="{71CD7D8E-0563-4FFC-84DA-F31E856AE125}" dt="2023-07-09T18:45:01.898" v="1805" actId="207"/>
          <ac:spMkLst>
            <pc:docMk/>
            <pc:sldMk cId="3200012562" sldId="279"/>
            <ac:spMk id="24" creationId="{84503489-B35C-EDA7-2A37-B11222DF90C3}"/>
          </ac:spMkLst>
        </pc:spChg>
        <pc:spChg chg="add mod">
          <ac:chgData name="Tanmay Samak" userId="20166025-7f22-4346-9b98-ec55ab787a06" providerId="ADAL" clId="{71CD7D8E-0563-4FFC-84DA-F31E856AE125}" dt="2023-07-09T18:45:01.898" v="1805" actId="207"/>
          <ac:spMkLst>
            <pc:docMk/>
            <pc:sldMk cId="3200012562" sldId="279"/>
            <ac:spMk id="25" creationId="{85C0529E-5D9B-1ECC-7F52-7912F9787A5F}"/>
          </ac:spMkLst>
        </pc:spChg>
        <pc:graphicFrameChg chg="mod">
          <ac:chgData name="Tanmay Samak" userId="20166025-7f22-4346-9b98-ec55ab787a06" providerId="ADAL" clId="{71CD7D8E-0563-4FFC-84DA-F31E856AE125}" dt="2023-07-24T02:52:10.163" v="2734"/>
          <ac:graphicFrameMkLst>
            <pc:docMk/>
            <pc:sldMk cId="3200012562" sldId="279"/>
            <ac:graphicFrameMk id="6" creationId="{7A17235F-A143-5E6C-0B30-DE07791D02ED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5T00:13:41.313" v="9667"/>
              <pc2:cmMkLst xmlns:pc2="http://schemas.microsoft.com/office/powerpoint/2019/9/main/command">
                <pc:docMk/>
                <pc:sldMk cId="3200012562" sldId="279"/>
                <pc2:cmMk id="{CB175C67-082B-41DE-A318-AB315FED163E}"/>
              </pc2:cmMkLst>
            </pc226:cmChg>
          </p:ext>
        </pc:extLst>
      </pc:sldChg>
      <pc:sldChg chg="addSp modSp add mod addCm modCm">
        <pc:chgData name="Tanmay Samak" userId="20166025-7f22-4346-9b98-ec55ab787a06" providerId="ADAL" clId="{71CD7D8E-0563-4FFC-84DA-F31E856AE125}" dt="2023-08-04T23:39:09.400" v="9665"/>
        <pc:sldMkLst>
          <pc:docMk/>
          <pc:sldMk cId="361175085" sldId="280"/>
        </pc:sldMkLst>
        <pc:spChg chg="mod">
          <ac:chgData name="Tanmay Samak" userId="20166025-7f22-4346-9b98-ec55ab787a06" providerId="ADAL" clId="{71CD7D8E-0563-4FFC-84DA-F31E856AE125}" dt="2023-07-09T18:45:35.855" v="1830" actId="20577"/>
          <ac:spMkLst>
            <pc:docMk/>
            <pc:sldMk cId="361175085" sldId="280"/>
            <ac:spMk id="2" creationId="{87658E01-20F8-C471-DF10-B1DE14EEE1D4}"/>
          </ac:spMkLst>
        </pc:spChg>
        <pc:spChg chg="mod ord">
          <ac:chgData name="Tanmay Samak" userId="20166025-7f22-4346-9b98-ec55ab787a06" providerId="ADAL" clId="{71CD7D8E-0563-4FFC-84DA-F31E856AE125}" dt="2023-07-24T02:54:47.656" v="2769" actId="1582"/>
          <ac:spMkLst>
            <pc:docMk/>
            <pc:sldMk cId="361175085" sldId="280"/>
            <ac:spMk id="3" creationId="{073422AC-F843-7F9E-E141-9FF5D3CB8DC3}"/>
          </ac:spMkLst>
        </pc:spChg>
        <pc:spChg chg="mod">
          <ac:chgData name="Tanmay Samak" userId="20166025-7f22-4346-9b98-ec55ab787a06" providerId="ADAL" clId="{71CD7D8E-0563-4FFC-84DA-F31E856AE125}" dt="2023-07-24T02:53:56.449" v="2766" actId="2085"/>
          <ac:spMkLst>
            <pc:docMk/>
            <pc:sldMk cId="361175085" sldId="280"/>
            <ac:spMk id="20" creationId="{FFB6BF2A-60B9-DA8A-9354-0225BF1729A7}"/>
          </ac:spMkLst>
        </pc:spChg>
        <pc:grpChg chg="ord">
          <ac:chgData name="Tanmay Samak" userId="20166025-7f22-4346-9b98-ec55ab787a06" providerId="ADAL" clId="{71CD7D8E-0563-4FFC-84DA-F31E856AE125}" dt="2023-07-24T02:53:44.581" v="2762" actId="167"/>
          <ac:grpSpMkLst>
            <pc:docMk/>
            <pc:sldMk cId="361175085" sldId="280"/>
            <ac:grpSpMk id="19" creationId="{3F1A9756-0987-2947-1AA4-846D8F8C9D61}"/>
          </ac:grpSpMkLst>
        </pc:grpChg>
        <pc:graphicFrameChg chg="mod">
          <ac:chgData name="Tanmay Samak" userId="20166025-7f22-4346-9b98-ec55ab787a06" providerId="ADAL" clId="{71CD7D8E-0563-4FFC-84DA-F31E856AE125}" dt="2023-07-24T02:51:49.359" v="2732"/>
          <ac:graphicFrameMkLst>
            <pc:docMk/>
            <pc:sldMk cId="361175085" sldId="280"/>
            <ac:graphicFrameMk id="6" creationId="{7A17235F-A143-5E6C-0B30-DE07791D02ED}"/>
          </ac:graphicFrameMkLst>
        </pc:graphicFrameChg>
        <pc:picChg chg="add mod">
          <ac:chgData name="Tanmay Samak" userId="20166025-7f22-4346-9b98-ec55ab787a06" providerId="ADAL" clId="{71CD7D8E-0563-4FFC-84DA-F31E856AE125}" dt="2023-07-12T06:04:34.327" v="2466" actId="208"/>
          <ac:picMkLst>
            <pc:docMk/>
            <pc:sldMk cId="361175085" sldId="280"/>
            <ac:picMk id="27" creationId="{A1EDB6B0-AA46-DFF1-13B8-16A31933FB2D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Tanmay Samak" userId="20166025-7f22-4346-9b98-ec55ab787a06" providerId="ADAL" clId="{71CD7D8E-0563-4FFC-84DA-F31E856AE125}" dt="2023-08-04T23:31:12.931" v="9664"/>
              <pc2:cmMkLst xmlns:pc2="http://schemas.microsoft.com/office/powerpoint/2019/9/main/command">
                <pc:docMk/>
                <pc:sldMk cId="361175085" sldId="280"/>
                <pc2:cmMk id="{A4E9860F-0402-4A08-B3B4-5587101F1BF8}"/>
              </pc2:cmMkLst>
            </pc226:cmChg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4T23:29:46.551" v="9661"/>
              <pc2:cmMkLst xmlns:pc2="http://schemas.microsoft.com/office/powerpoint/2019/9/main/command">
                <pc:docMk/>
                <pc:sldMk cId="361175085" sldId="280"/>
                <pc2:cmMk id="{9CEBE02A-D93D-44CD-82CD-9C16865F1885}"/>
              </pc2:cmMkLst>
            </pc226:cmChg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4T23:26:49.343" v="9655"/>
              <pc2:cmMkLst xmlns:pc2="http://schemas.microsoft.com/office/powerpoint/2019/9/main/command">
                <pc:docMk/>
                <pc:sldMk cId="361175085" sldId="280"/>
                <pc2:cmMk id="{3AABAC3F-413F-41B6-A736-E2A15C0095A6}"/>
              </pc2:cmMkLst>
            </pc226:cmChg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4T23:27:05.777" v="9656"/>
              <pc2:cmMkLst xmlns:pc2="http://schemas.microsoft.com/office/powerpoint/2019/9/main/command">
                <pc:docMk/>
                <pc:sldMk cId="361175085" sldId="280"/>
                <pc2:cmMk id="{5B6B8762-22DB-4FAF-83C7-F80AAB0777E2}"/>
              </pc2:cmMkLst>
            </pc226:cmChg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4T23:27:58.903" v="9658"/>
              <pc2:cmMkLst xmlns:pc2="http://schemas.microsoft.com/office/powerpoint/2019/9/main/command">
                <pc:docMk/>
                <pc:sldMk cId="361175085" sldId="280"/>
                <pc2:cmMk id="{8F3D7476-69E3-4530-9FF3-DEE79A94606E}"/>
              </pc2:cmMkLst>
              <pc226:cmRplyChg chg="add">
                <pc226:chgData name="Tanmay Samak" userId="20166025-7f22-4346-9b98-ec55ab787a06" providerId="ADAL" clId="{71CD7D8E-0563-4FFC-84DA-F31E856AE125}" dt="2023-08-04T23:27:58.903" v="9658"/>
                <pc2:cmRplyMkLst xmlns:pc2="http://schemas.microsoft.com/office/powerpoint/2019/9/main/command">
                  <pc:docMk/>
                  <pc:sldMk cId="361175085" sldId="280"/>
                  <pc2:cmMk id="{8F3D7476-69E3-4530-9FF3-DEE79A94606E}"/>
                  <pc2:cmRplyMk id="{0F7AB328-CFC0-43B2-B997-C8967E4DCBEB}"/>
                </pc2:cmRplyMkLst>
              </pc226:cmRplyChg>
            </pc226:cmChg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4T23:28:30.427" v="9659"/>
              <pc2:cmMkLst xmlns:pc2="http://schemas.microsoft.com/office/powerpoint/2019/9/main/command">
                <pc:docMk/>
                <pc:sldMk cId="361175085" sldId="280"/>
                <pc2:cmMk id="{DDE45582-66A1-4789-91CD-1FAA170AFB48}"/>
              </pc2:cmMkLst>
            </pc226:cmChg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4T23:30:48.273" v="9662"/>
              <pc2:cmMkLst xmlns:pc2="http://schemas.microsoft.com/office/powerpoint/2019/9/main/command">
                <pc:docMk/>
                <pc:sldMk cId="361175085" sldId="280"/>
                <pc2:cmMk id="{BD4E078A-1754-47D4-81A2-CFD1E2E7266B}"/>
              </pc2:cmMkLst>
            </pc226:cmChg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4T23:39:09.400" v="9665"/>
              <pc2:cmMkLst xmlns:pc2="http://schemas.microsoft.com/office/powerpoint/2019/9/main/command">
                <pc:docMk/>
                <pc:sldMk cId="361175085" sldId="280"/>
                <pc2:cmMk id="{2EF3F7B2-B83E-443C-9F4F-D80E581A6A99}"/>
              </pc2:cmMkLst>
            </pc226:cmChg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4T23:29:09.418" v="9660"/>
              <pc2:cmMkLst xmlns:pc2="http://schemas.microsoft.com/office/powerpoint/2019/9/main/command">
                <pc:docMk/>
                <pc:sldMk cId="361175085" sldId="280"/>
                <pc2:cmMk id="{8B068FC0-168D-46E4-917E-40B9833B93C2}"/>
              </pc2:cmMkLst>
            </pc226:cmChg>
          </p:ext>
        </pc:extLst>
      </pc:sldChg>
      <pc:sldChg chg="add del">
        <pc:chgData name="Tanmay Samak" userId="20166025-7f22-4346-9b98-ec55ab787a06" providerId="ADAL" clId="{71CD7D8E-0563-4FFC-84DA-F31E856AE125}" dt="2023-07-24T02:36:17.159" v="2482" actId="47"/>
        <pc:sldMkLst>
          <pc:docMk/>
          <pc:sldMk cId="1280216858" sldId="281"/>
        </pc:sldMkLst>
      </pc:sldChg>
      <pc:sldChg chg="modSp add mod">
        <pc:chgData name="Tanmay Samak" userId="20166025-7f22-4346-9b98-ec55ab787a06" providerId="ADAL" clId="{71CD7D8E-0563-4FFC-84DA-F31E856AE125}" dt="2023-07-31T12:40:28.664" v="5585" actId="21"/>
        <pc:sldMkLst>
          <pc:docMk/>
          <pc:sldMk cId="3755281629" sldId="285"/>
        </pc:sldMkLst>
        <pc:spChg chg="mod">
          <ac:chgData name="Tanmay Samak" userId="20166025-7f22-4346-9b98-ec55ab787a06" providerId="ADAL" clId="{71CD7D8E-0563-4FFC-84DA-F31E856AE125}" dt="2023-07-31T12:40:28.664" v="5585" actId="21"/>
          <ac:spMkLst>
            <pc:docMk/>
            <pc:sldMk cId="3755281629" sldId="285"/>
            <ac:spMk id="3" creationId="{19F2D61E-BBDD-019A-A6F5-CF5FB6BE754B}"/>
          </ac:spMkLst>
        </pc:spChg>
      </pc:sldChg>
      <pc:sldChg chg="addSp delSp modSp add mod ord">
        <pc:chgData name="Tanmay Samak" userId="20166025-7f22-4346-9b98-ec55ab787a06" providerId="ADAL" clId="{71CD7D8E-0563-4FFC-84DA-F31E856AE125}" dt="2023-08-04T14:57:52.481" v="9353" actId="2085"/>
        <pc:sldMkLst>
          <pc:docMk/>
          <pc:sldMk cId="1924754991" sldId="286"/>
        </pc:sldMkLst>
        <pc:spChg chg="mod">
          <ac:chgData name="Tanmay Samak" userId="20166025-7f22-4346-9b98-ec55ab787a06" providerId="ADAL" clId="{71CD7D8E-0563-4FFC-84DA-F31E856AE125}" dt="2023-08-04T05:24:14.920" v="8722" actId="20577"/>
          <ac:spMkLst>
            <pc:docMk/>
            <pc:sldMk cId="1924754991" sldId="286"/>
            <ac:spMk id="2" creationId="{844D4E26-B530-D556-4747-3FCE832AFF15}"/>
          </ac:spMkLst>
        </pc:spChg>
        <pc:spChg chg="mod ord">
          <ac:chgData name="Tanmay Samak" userId="20166025-7f22-4346-9b98-ec55ab787a06" providerId="ADAL" clId="{71CD7D8E-0563-4FFC-84DA-F31E856AE125}" dt="2023-08-04T05:25:29.426" v="8729" actId="20577"/>
          <ac:spMkLst>
            <pc:docMk/>
            <pc:sldMk cId="1924754991" sldId="286"/>
            <ac:spMk id="3" creationId="{20FEE75E-4191-DF81-29B1-94AD70DB3537}"/>
          </ac:spMkLst>
        </pc:spChg>
        <pc:spChg chg="add mod">
          <ac:chgData name="Tanmay Samak" userId="20166025-7f22-4346-9b98-ec55ab787a06" providerId="ADAL" clId="{71CD7D8E-0563-4FFC-84DA-F31E856AE125}" dt="2023-08-04T05:32:34.149" v="8828" actId="20577"/>
          <ac:spMkLst>
            <pc:docMk/>
            <pc:sldMk cId="1924754991" sldId="286"/>
            <ac:spMk id="6" creationId="{196BDAE7-C129-FC65-CD43-44842C4C2B98}"/>
          </ac:spMkLst>
        </pc:spChg>
        <pc:spChg chg="add mod">
          <ac:chgData name="Tanmay Samak" userId="20166025-7f22-4346-9b98-ec55ab787a06" providerId="ADAL" clId="{71CD7D8E-0563-4FFC-84DA-F31E856AE125}" dt="2023-08-04T05:32:36.652" v="8830" actId="20577"/>
          <ac:spMkLst>
            <pc:docMk/>
            <pc:sldMk cId="1924754991" sldId="286"/>
            <ac:spMk id="7" creationId="{548BC11D-4428-3434-A9C6-7A138878068D}"/>
          </ac:spMkLst>
        </pc:spChg>
        <pc:spChg chg="mod">
          <ac:chgData name="Tanmay Samak" userId="20166025-7f22-4346-9b98-ec55ab787a06" providerId="ADAL" clId="{71CD7D8E-0563-4FFC-84DA-F31E856AE125}" dt="2023-08-04T05:32:29.200" v="8825" actId="20577"/>
          <ac:spMkLst>
            <pc:docMk/>
            <pc:sldMk cId="1924754991" sldId="286"/>
            <ac:spMk id="8" creationId="{5D381926-3640-1582-8853-B03F407D8532}"/>
          </ac:spMkLst>
        </pc:spChg>
        <pc:spChg chg="add mod">
          <ac:chgData name="Tanmay Samak" userId="20166025-7f22-4346-9b98-ec55ab787a06" providerId="ADAL" clId="{71CD7D8E-0563-4FFC-84DA-F31E856AE125}" dt="2023-08-04T05:32:39.616" v="8832" actId="20577"/>
          <ac:spMkLst>
            <pc:docMk/>
            <pc:sldMk cId="1924754991" sldId="286"/>
            <ac:spMk id="10" creationId="{E819B729-02EE-BD14-8363-C966460BB2DA}"/>
          </ac:spMkLst>
        </pc:spChg>
        <pc:spChg chg="add mod">
          <ac:chgData name="Tanmay Samak" userId="20166025-7f22-4346-9b98-ec55ab787a06" providerId="ADAL" clId="{71CD7D8E-0563-4FFC-84DA-F31E856AE125}" dt="2023-08-04T05:32:31.635" v="8826" actId="20577"/>
          <ac:spMkLst>
            <pc:docMk/>
            <pc:sldMk cId="1924754991" sldId="286"/>
            <ac:spMk id="11" creationId="{39E46BEE-3472-2DB9-3BD8-EF993F70E643}"/>
          </ac:spMkLst>
        </pc:spChg>
        <pc:spChg chg="add mod">
          <ac:chgData name="Tanmay Samak" userId="20166025-7f22-4346-9b98-ec55ab787a06" providerId="ADAL" clId="{71CD7D8E-0563-4FFC-84DA-F31E856AE125}" dt="2023-08-04T06:01:48.304" v="9176"/>
          <ac:spMkLst>
            <pc:docMk/>
            <pc:sldMk cId="1924754991" sldId="286"/>
            <ac:spMk id="17" creationId="{92EABE1F-8E15-53BB-2CB7-327536E2EE72}"/>
          </ac:spMkLst>
        </pc:spChg>
        <pc:spChg chg="add mod">
          <ac:chgData name="Tanmay Samak" userId="20166025-7f22-4346-9b98-ec55ab787a06" providerId="ADAL" clId="{71CD7D8E-0563-4FFC-84DA-F31E856AE125}" dt="2023-08-04T06:01:48.304" v="9176"/>
          <ac:spMkLst>
            <pc:docMk/>
            <pc:sldMk cId="1924754991" sldId="286"/>
            <ac:spMk id="18" creationId="{AEE531FE-644F-230E-1104-783C3F5D3328}"/>
          </ac:spMkLst>
        </pc:spChg>
        <pc:spChg chg="add mod">
          <ac:chgData name="Tanmay Samak" userId="20166025-7f22-4346-9b98-ec55ab787a06" providerId="ADAL" clId="{71CD7D8E-0563-4FFC-84DA-F31E856AE125}" dt="2023-08-04T06:01:48.304" v="9176"/>
          <ac:spMkLst>
            <pc:docMk/>
            <pc:sldMk cId="1924754991" sldId="286"/>
            <ac:spMk id="19" creationId="{55BAE7EE-5C2E-8CF9-83BE-C522885B28EB}"/>
          </ac:spMkLst>
        </pc:spChg>
        <pc:spChg chg="add mod">
          <ac:chgData name="Tanmay Samak" userId="20166025-7f22-4346-9b98-ec55ab787a06" providerId="ADAL" clId="{71CD7D8E-0563-4FFC-84DA-F31E856AE125}" dt="2023-08-04T06:01:48.304" v="9176"/>
          <ac:spMkLst>
            <pc:docMk/>
            <pc:sldMk cId="1924754991" sldId="286"/>
            <ac:spMk id="20" creationId="{00D13C3B-92AD-B34F-C9D5-28F50B94E7B8}"/>
          </ac:spMkLst>
        </pc:spChg>
        <pc:spChg chg="add mod">
          <ac:chgData name="Tanmay Samak" userId="20166025-7f22-4346-9b98-ec55ab787a06" providerId="ADAL" clId="{71CD7D8E-0563-4FFC-84DA-F31E856AE125}" dt="2023-08-04T06:01:48.304" v="9176"/>
          <ac:spMkLst>
            <pc:docMk/>
            <pc:sldMk cId="1924754991" sldId="286"/>
            <ac:spMk id="21" creationId="{7FB19D61-F995-E845-3CE9-A4A433BB19BA}"/>
          </ac:spMkLst>
        </pc:spChg>
        <pc:spChg chg="add mod">
          <ac:chgData name="Tanmay Samak" userId="20166025-7f22-4346-9b98-ec55ab787a06" providerId="ADAL" clId="{71CD7D8E-0563-4FFC-84DA-F31E856AE125}" dt="2023-08-04T06:01:48.304" v="9176"/>
          <ac:spMkLst>
            <pc:docMk/>
            <pc:sldMk cId="1924754991" sldId="286"/>
            <ac:spMk id="22" creationId="{A9B16BA0-C305-F48D-AAFD-963BB4D3B48A}"/>
          </ac:spMkLst>
        </pc:spChg>
        <pc:spChg chg="add mod">
          <ac:chgData name="Tanmay Samak" userId="20166025-7f22-4346-9b98-ec55ab787a06" providerId="ADAL" clId="{71CD7D8E-0563-4FFC-84DA-F31E856AE125}" dt="2023-08-04T06:01:48.304" v="9176"/>
          <ac:spMkLst>
            <pc:docMk/>
            <pc:sldMk cId="1924754991" sldId="286"/>
            <ac:spMk id="23" creationId="{5116D089-A6C2-8B92-A66A-AD53CBA0F457}"/>
          </ac:spMkLst>
        </pc:spChg>
        <pc:spChg chg="add mod">
          <ac:chgData name="Tanmay Samak" userId="20166025-7f22-4346-9b98-ec55ab787a06" providerId="ADAL" clId="{71CD7D8E-0563-4FFC-84DA-F31E856AE125}" dt="2023-08-04T06:01:48.304" v="9176"/>
          <ac:spMkLst>
            <pc:docMk/>
            <pc:sldMk cId="1924754991" sldId="286"/>
            <ac:spMk id="24" creationId="{C8BCD2C3-C9FE-63F8-B1F8-79FCCD667D2B}"/>
          </ac:spMkLst>
        </pc:spChg>
        <pc:graphicFrameChg chg="add del mod">
          <ac:chgData name="Tanmay Samak" userId="20166025-7f22-4346-9b98-ec55ab787a06" providerId="ADAL" clId="{71CD7D8E-0563-4FFC-84DA-F31E856AE125}" dt="2023-07-24T03:48:56.967" v="2777"/>
          <ac:graphicFrameMkLst>
            <pc:docMk/>
            <pc:sldMk cId="1924754991" sldId="286"/>
            <ac:graphicFrameMk id="6" creationId="{0615D723-4E57-CB2D-F1E6-778783264E12}"/>
          </ac:graphicFrameMkLst>
        </pc:graphicFrameChg>
        <pc:picChg chg="del">
          <ac:chgData name="Tanmay Samak" userId="20166025-7f22-4346-9b98-ec55ab787a06" providerId="ADAL" clId="{71CD7D8E-0563-4FFC-84DA-F31E856AE125}" dt="2023-07-24T03:48:54.689" v="2771" actId="478"/>
          <ac:picMkLst>
            <pc:docMk/>
            <pc:sldMk cId="1924754991" sldId="286"/>
            <ac:picMk id="7" creationId="{AC129D26-FA68-5017-E4B8-584B0EF132F6}"/>
          </ac:picMkLst>
        </pc:picChg>
        <pc:picChg chg="add mod ord">
          <ac:chgData name="Tanmay Samak" userId="20166025-7f22-4346-9b98-ec55ab787a06" providerId="ADAL" clId="{71CD7D8E-0563-4FFC-84DA-F31E856AE125}" dt="2023-08-04T14:57:52.481" v="9353" actId="2085"/>
          <ac:picMkLst>
            <pc:docMk/>
            <pc:sldMk cId="1924754991" sldId="286"/>
            <ac:picMk id="9" creationId="{7DF3E2D2-71F8-60CF-ECD2-E2FCDA71CF50}"/>
          </ac:picMkLst>
        </pc:picChg>
        <pc:cxnChg chg="add mod">
          <ac:chgData name="Tanmay Samak" userId="20166025-7f22-4346-9b98-ec55ab787a06" providerId="ADAL" clId="{71CD7D8E-0563-4FFC-84DA-F31E856AE125}" dt="2023-08-04T06:01:48.304" v="9176"/>
          <ac:cxnSpMkLst>
            <pc:docMk/>
            <pc:sldMk cId="1924754991" sldId="286"/>
            <ac:cxnSpMk id="12" creationId="{7702B63D-267D-932B-BF4B-6CAFD199FAE4}"/>
          </ac:cxnSpMkLst>
        </pc:cxnChg>
        <pc:cxnChg chg="add mod">
          <ac:chgData name="Tanmay Samak" userId="20166025-7f22-4346-9b98-ec55ab787a06" providerId="ADAL" clId="{71CD7D8E-0563-4FFC-84DA-F31E856AE125}" dt="2023-08-04T06:01:48.304" v="9176"/>
          <ac:cxnSpMkLst>
            <pc:docMk/>
            <pc:sldMk cId="1924754991" sldId="286"/>
            <ac:cxnSpMk id="13" creationId="{0247707F-DF41-DA6D-5226-49F55FFD0044}"/>
          </ac:cxnSpMkLst>
        </pc:cxnChg>
        <pc:cxnChg chg="add mod">
          <ac:chgData name="Tanmay Samak" userId="20166025-7f22-4346-9b98-ec55ab787a06" providerId="ADAL" clId="{71CD7D8E-0563-4FFC-84DA-F31E856AE125}" dt="2023-08-04T06:01:48.304" v="9176"/>
          <ac:cxnSpMkLst>
            <pc:docMk/>
            <pc:sldMk cId="1924754991" sldId="286"/>
            <ac:cxnSpMk id="14" creationId="{9E5658AE-84F4-A5F2-BD78-09F53228F0C0}"/>
          </ac:cxnSpMkLst>
        </pc:cxnChg>
        <pc:cxnChg chg="add mod">
          <ac:chgData name="Tanmay Samak" userId="20166025-7f22-4346-9b98-ec55ab787a06" providerId="ADAL" clId="{71CD7D8E-0563-4FFC-84DA-F31E856AE125}" dt="2023-08-04T06:01:48.304" v="9176"/>
          <ac:cxnSpMkLst>
            <pc:docMk/>
            <pc:sldMk cId="1924754991" sldId="286"/>
            <ac:cxnSpMk id="15" creationId="{C28E6F26-D2C5-EAA8-89AB-C13CCE3A1E8E}"/>
          </ac:cxnSpMkLst>
        </pc:cxnChg>
        <pc:cxnChg chg="add mod">
          <ac:chgData name="Tanmay Samak" userId="20166025-7f22-4346-9b98-ec55ab787a06" providerId="ADAL" clId="{71CD7D8E-0563-4FFC-84DA-F31E856AE125}" dt="2023-08-04T06:01:48.304" v="9176"/>
          <ac:cxnSpMkLst>
            <pc:docMk/>
            <pc:sldMk cId="1924754991" sldId="286"/>
            <ac:cxnSpMk id="16" creationId="{C80ED79A-7961-010B-052C-C9E3C34FEE1C}"/>
          </ac:cxnSpMkLst>
        </pc:cxnChg>
      </pc:sldChg>
      <pc:sldChg chg="add del">
        <pc:chgData name="Tanmay Samak" userId="20166025-7f22-4346-9b98-ec55ab787a06" providerId="ADAL" clId="{71CD7D8E-0563-4FFC-84DA-F31E856AE125}" dt="2023-07-24T03:48:56.967" v="2777"/>
        <pc:sldMkLst>
          <pc:docMk/>
          <pc:sldMk cId="1945296047" sldId="287"/>
        </pc:sldMkLst>
      </pc:sldChg>
      <pc:sldChg chg="addSp delSp modSp add del mod ord modNotesTx">
        <pc:chgData name="Tanmay Samak" userId="20166025-7f22-4346-9b98-ec55ab787a06" providerId="ADAL" clId="{71CD7D8E-0563-4FFC-84DA-F31E856AE125}" dt="2023-08-04T06:01:28.950" v="9175" actId="47"/>
        <pc:sldMkLst>
          <pc:docMk/>
          <pc:sldMk cId="4127529717" sldId="287"/>
        </pc:sldMkLst>
        <pc:spChg chg="mod">
          <ac:chgData name="Tanmay Samak" userId="20166025-7f22-4346-9b98-ec55ab787a06" providerId="ADAL" clId="{71CD7D8E-0563-4FFC-84DA-F31E856AE125}" dt="2023-07-24T20:20:12.010" v="4344" actId="20577"/>
          <ac:spMkLst>
            <pc:docMk/>
            <pc:sldMk cId="4127529717" sldId="287"/>
            <ac:spMk id="2" creationId="{844D4E26-B530-D556-4747-3FCE832AFF15}"/>
          </ac:spMkLst>
        </pc:spChg>
        <pc:spChg chg="mod">
          <ac:chgData name="Tanmay Samak" userId="20166025-7f22-4346-9b98-ec55ab787a06" providerId="ADAL" clId="{71CD7D8E-0563-4FFC-84DA-F31E856AE125}" dt="2023-07-24T04:46:22.739" v="3533" actId="313"/>
          <ac:spMkLst>
            <pc:docMk/>
            <pc:sldMk cId="4127529717" sldId="287"/>
            <ac:spMk id="3" creationId="{20FEE75E-4191-DF81-29B1-94AD70DB3537}"/>
          </ac:spMkLst>
        </pc:spChg>
        <pc:spChg chg="add del mod">
          <ac:chgData name="Tanmay Samak" userId="20166025-7f22-4346-9b98-ec55ab787a06" providerId="ADAL" clId="{71CD7D8E-0563-4FFC-84DA-F31E856AE125}" dt="2023-07-24T04:46:17.941" v="3532" actId="478"/>
          <ac:spMkLst>
            <pc:docMk/>
            <pc:sldMk cId="4127529717" sldId="287"/>
            <ac:spMk id="6" creationId="{314B8F36-FE3D-B68C-D8FA-2122801D404A}"/>
          </ac:spMkLst>
        </pc:spChg>
        <pc:spChg chg="add del mod">
          <ac:chgData name="Tanmay Samak" userId="20166025-7f22-4346-9b98-ec55ab787a06" providerId="ADAL" clId="{71CD7D8E-0563-4FFC-84DA-F31E856AE125}" dt="2023-07-24T04:46:32.469" v="3534" actId="478"/>
          <ac:spMkLst>
            <pc:docMk/>
            <pc:sldMk cId="4127529717" sldId="287"/>
            <ac:spMk id="7" creationId="{DC244A4D-BDBB-95F8-FEE2-9C1BA2964DAF}"/>
          </ac:spMkLst>
        </pc:spChg>
        <pc:spChg chg="mod">
          <ac:chgData name="Tanmay Samak" userId="20166025-7f22-4346-9b98-ec55ab787a06" providerId="ADAL" clId="{71CD7D8E-0563-4FFC-84DA-F31E856AE125}" dt="2023-08-03T22:46:25.953" v="7090" actId="20577"/>
          <ac:spMkLst>
            <pc:docMk/>
            <pc:sldMk cId="4127529717" sldId="287"/>
            <ac:spMk id="8" creationId="{5D381926-3640-1582-8853-B03F407D8532}"/>
          </ac:spMkLst>
        </pc:spChg>
        <pc:spChg chg="add mod">
          <ac:chgData name="Tanmay Samak" userId="20166025-7f22-4346-9b98-ec55ab787a06" providerId="ADAL" clId="{71CD7D8E-0563-4FFC-84DA-F31E856AE125}" dt="2023-07-24T20:23:07.525" v="4646" actId="1076"/>
          <ac:spMkLst>
            <pc:docMk/>
            <pc:sldMk cId="4127529717" sldId="287"/>
            <ac:spMk id="10" creationId="{4A513378-0066-9F60-B97C-6753BC10D7A5}"/>
          </ac:spMkLst>
        </pc:spChg>
        <pc:picChg chg="add del mod">
          <ac:chgData name="Tanmay Samak" userId="20166025-7f22-4346-9b98-ec55ab787a06" providerId="ADAL" clId="{71CD7D8E-0563-4FFC-84DA-F31E856AE125}" dt="2023-08-04T06:01:12.190" v="9172" actId="21"/>
          <ac:picMkLst>
            <pc:docMk/>
            <pc:sldMk cId="4127529717" sldId="287"/>
            <ac:picMk id="6" creationId="{1704DB2F-341D-6C7D-2E38-4200C69DCADA}"/>
          </ac:picMkLst>
        </pc:picChg>
        <pc:picChg chg="mod">
          <ac:chgData name="Tanmay Samak" userId="20166025-7f22-4346-9b98-ec55ab787a06" providerId="ADAL" clId="{71CD7D8E-0563-4FFC-84DA-F31E856AE125}" dt="2023-07-24T04:30:50.418" v="3124" actId="1076"/>
          <ac:picMkLst>
            <pc:docMk/>
            <pc:sldMk cId="4127529717" sldId="287"/>
            <ac:picMk id="9" creationId="{7DF3E2D2-71F8-60CF-ECD2-E2FCDA71CF50}"/>
          </ac:picMkLst>
        </pc:picChg>
        <pc:picChg chg="add del mod">
          <ac:chgData name="Tanmay Samak" userId="20166025-7f22-4346-9b98-ec55ab787a06" providerId="ADAL" clId="{71CD7D8E-0563-4FFC-84DA-F31E856AE125}" dt="2023-08-04T03:08:24.919" v="7223" actId="478"/>
          <ac:picMkLst>
            <pc:docMk/>
            <pc:sldMk cId="4127529717" sldId="287"/>
            <ac:picMk id="1026" creationId="{A5C05075-1FE6-4BD3-3160-B645B0C832AC}"/>
          </ac:picMkLst>
        </pc:picChg>
      </pc:sldChg>
      <pc:sldChg chg="add del">
        <pc:chgData name="Tanmay Samak" userId="20166025-7f22-4346-9b98-ec55ab787a06" providerId="ADAL" clId="{71CD7D8E-0563-4FFC-84DA-F31E856AE125}" dt="2023-07-24T04:47:03.412" v="3537" actId="47"/>
        <pc:sldMkLst>
          <pc:docMk/>
          <pc:sldMk cId="2156944801" sldId="288"/>
        </pc:sldMkLst>
      </pc:sldChg>
      <pc:sldChg chg="addSp modSp add mod">
        <pc:chgData name="Tanmay Samak" userId="20166025-7f22-4346-9b98-ec55ab787a06" providerId="ADAL" clId="{71CD7D8E-0563-4FFC-84DA-F31E856AE125}" dt="2023-07-24T19:17:32.634" v="4148"/>
        <pc:sldMkLst>
          <pc:docMk/>
          <pc:sldMk cId="2590787826" sldId="288"/>
        </pc:sldMkLst>
        <pc:spChg chg="add mod">
          <ac:chgData name="Tanmay Samak" userId="20166025-7f22-4346-9b98-ec55ab787a06" providerId="ADAL" clId="{71CD7D8E-0563-4FFC-84DA-F31E856AE125}" dt="2023-07-24T19:14:44.976" v="4098"/>
          <ac:spMkLst>
            <pc:docMk/>
            <pc:sldMk cId="2590787826" sldId="288"/>
            <ac:spMk id="3" creationId="{D19926CC-E0E5-548A-09B0-3DA2755D7A01}"/>
          </ac:spMkLst>
        </pc:spChg>
        <pc:spChg chg="add mod">
          <ac:chgData name="Tanmay Samak" userId="20166025-7f22-4346-9b98-ec55ab787a06" providerId="ADAL" clId="{71CD7D8E-0563-4FFC-84DA-F31E856AE125}" dt="2023-07-24T19:14:51.329" v="4100" actId="1076"/>
          <ac:spMkLst>
            <pc:docMk/>
            <pc:sldMk cId="2590787826" sldId="288"/>
            <ac:spMk id="25" creationId="{2CB4C5BD-967A-76F4-4138-BCDAC0AE04B7}"/>
          </ac:spMkLst>
        </pc:spChg>
        <pc:spChg chg="add mod">
          <ac:chgData name="Tanmay Samak" userId="20166025-7f22-4346-9b98-ec55ab787a06" providerId="ADAL" clId="{71CD7D8E-0563-4FFC-84DA-F31E856AE125}" dt="2023-07-24T19:16:39.918" v="4121"/>
          <ac:spMkLst>
            <pc:docMk/>
            <pc:sldMk cId="2590787826" sldId="288"/>
            <ac:spMk id="27" creationId="{C30D6D4E-8E2E-6EEE-C05B-8BA1D7DE364D}"/>
          </ac:spMkLst>
        </pc:spChg>
        <pc:graphicFrameChg chg="mod">
          <ac:chgData name="Tanmay Samak" userId="20166025-7f22-4346-9b98-ec55ab787a06" providerId="ADAL" clId="{71CD7D8E-0563-4FFC-84DA-F31E856AE125}" dt="2023-07-24T19:17:32.634" v="4148"/>
          <ac:graphicFrameMkLst>
            <pc:docMk/>
            <pc:sldMk cId="2590787826" sldId="288"/>
            <ac:graphicFrameMk id="6" creationId="{7A17235F-A143-5E6C-0B30-DE07791D02ED}"/>
          </ac:graphicFrameMkLst>
        </pc:graphicFrameChg>
        <pc:picChg chg="add mod">
          <ac:chgData name="Tanmay Samak" userId="20166025-7f22-4346-9b98-ec55ab787a06" providerId="ADAL" clId="{71CD7D8E-0563-4FFC-84DA-F31E856AE125}" dt="2023-07-24T19:14:44.976" v="4098"/>
          <ac:picMkLst>
            <pc:docMk/>
            <pc:sldMk cId="2590787826" sldId="288"/>
            <ac:picMk id="24" creationId="{60AFD8FB-2F91-651A-C095-E8F37CA16E50}"/>
          </ac:picMkLst>
        </pc:picChg>
        <pc:picChg chg="add mod">
          <ac:chgData name="Tanmay Samak" userId="20166025-7f22-4346-9b98-ec55ab787a06" providerId="ADAL" clId="{71CD7D8E-0563-4FFC-84DA-F31E856AE125}" dt="2023-07-24T19:14:51.329" v="4100" actId="1076"/>
          <ac:picMkLst>
            <pc:docMk/>
            <pc:sldMk cId="2590787826" sldId="288"/>
            <ac:picMk id="26" creationId="{D27D34D0-507D-BC8F-D262-7904330E4195}"/>
          </ac:picMkLst>
        </pc:picChg>
      </pc:sldChg>
      <pc:sldChg chg="addSp modSp add mod setBg">
        <pc:chgData name="Tanmay Samak" userId="20166025-7f22-4346-9b98-ec55ab787a06" providerId="ADAL" clId="{71CD7D8E-0563-4FFC-84DA-F31E856AE125}" dt="2023-07-24T19:17:21.169" v="4145"/>
        <pc:sldMkLst>
          <pc:docMk/>
          <pc:sldMk cId="1117292551" sldId="289"/>
        </pc:sldMkLst>
        <pc:spChg chg="add mod">
          <ac:chgData name="Tanmay Samak" userId="20166025-7f22-4346-9b98-ec55ab787a06" providerId="ADAL" clId="{71CD7D8E-0563-4FFC-84DA-F31E856AE125}" dt="2023-07-24T19:14:53.724" v="4101"/>
          <ac:spMkLst>
            <pc:docMk/>
            <pc:sldMk cId="1117292551" sldId="289"/>
            <ac:spMk id="3" creationId="{D67E9F85-A9D6-8B5E-8C6F-8E08C93ABF02}"/>
          </ac:spMkLst>
        </pc:spChg>
        <pc:spChg chg="add mod">
          <ac:chgData name="Tanmay Samak" userId="20166025-7f22-4346-9b98-ec55ab787a06" providerId="ADAL" clId="{71CD7D8E-0563-4FFC-84DA-F31E856AE125}" dt="2023-07-24T19:14:57.295" v="4103" actId="1076"/>
          <ac:spMkLst>
            <pc:docMk/>
            <pc:sldMk cId="1117292551" sldId="289"/>
            <ac:spMk id="25" creationId="{75F34CA2-9B3D-5E75-A980-96D1586F7578}"/>
          </ac:spMkLst>
        </pc:spChg>
        <pc:spChg chg="add mod">
          <ac:chgData name="Tanmay Samak" userId="20166025-7f22-4346-9b98-ec55ab787a06" providerId="ADAL" clId="{71CD7D8E-0563-4FFC-84DA-F31E856AE125}" dt="2023-07-24T19:15:04.295" v="4105" actId="1076"/>
          <ac:spMkLst>
            <pc:docMk/>
            <pc:sldMk cId="1117292551" sldId="289"/>
            <ac:spMk id="27" creationId="{03A6FDED-97F2-1086-2DF7-076279D6D867}"/>
          </ac:spMkLst>
        </pc:spChg>
        <pc:grpChg chg="mod">
          <ac:chgData name="Tanmay Samak" userId="20166025-7f22-4346-9b98-ec55ab787a06" providerId="ADAL" clId="{71CD7D8E-0563-4FFC-84DA-F31E856AE125}" dt="2023-07-24T04:53:24.543" v="3926" actId="1076"/>
          <ac:grpSpMkLst>
            <pc:docMk/>
            <pc:sldMk cId="1117292551" sldId="289"/>
            <ac:grpSpMk id="7" creationId="{C0CEBACC-24C8-570A-F21A-F14AE54921E5}"/>
          </ac:grpSpMkLst>
        </pc:grpChg>
        <pc:graphicFrameChg chg="mod">
          <ac:chgData name="Tanmay Samak" userId="20166025-7f22-4346-9b98-ec55ab787a06" providerId="ADAL" clId="{71CD7D8E-0563-4FFC-84DA-F31E856AE125}" dt="2023-07-24T19:17:21.169" v="4145"/>
          <ac:graphicFrameMkLst>
            <pc:docMk/>
            <pc:sldMk cId="1117292551" sldId="289"/>
            <ac:graphicFrameMk id="6" creationId="{7A17235F-A143-5E6C-0B30-DE07791D02ED}"/>
          </ac:graphicFrameMkLst>
        </pc:graphicFrameChg>
        <pc:picChg chg="add mod">
          <ac:chgData name="Tanmay Samak" userId="20166025-7f22-4346-9b98-ec55ab787a06" providerId="ADAL" clId="{71CD7D8E-0563-4FFC-84DA-F31E856AE125}" dt="2023-07-24T19:14:53.724" v="4101"/>
          <ac:picMkLst>
            <pc:docMk/>
            <pc:sldMk cId="1117292551" sldId="289"/>
            <ac:picMk id="24" creationId="{C3829C10-08DD-308A-2537-2381519DE70F}"/>
          </ac:picMkLst>
        </pc:picChg>
        <pc:picChg chg="add mod">
          <ac:chgData name="Tanmay Samak" userId="20166025-7f22-4346-9b98-ec55ab787a06" providerId="ADAL" clId="{71CD7D8E-0563-4FFC-84DA-F31E856AE125}" dt="2023-07-24T19:14:57.295" v="4103" actId="1076"/>
          <ac:picMkLst>
            <pc:docMk/>
            <pc:sldMk cId="1117292551" sldId="289"/>
            <ac:picMk id="26" creationId="{C3612A1C-DCF4-196C-FE8C-1670E2A4AD2B}"/>
          </ac:picMkLst>
        </pc:picChg>
        <pc:picChg chg="add mod">
          <ac:chgData name="Tanmay Samak" userId="20166025-7f22-4346-9b98-ec55ab787a06" providerId="ADAL" clId="{71CD7D8E-0563-4FFC-84DA-F31E856AE125}" dt="2023-07-24T19:15:04.295" v="4105" actId="1076"/>
          <ac:picMkLst>
            <pc:docMk/>
            <pc:sldMk cId="1117292551" sldId="289"/>
            <ac:picMk id="28" creationId="{99BEF957-542D-4AD9-A7C4-2D7A7C4AA264}"/>
          </ac:picMkLst>
        </pc:picChg>
      </pc:sldChg>
      <pc:sldChg chg="add del">
        <pc:chgData name="Tanmay Samak" userId="20166025-7f22-4346-9b98-ec55ab787a06" providerId="ADAL" clId="{71CD7D8E-0563-4FFC-84DA-F31E856AE125}" dt="2023-07-24T04:47:04.044" v="3538" actId="47"/>
        <pc:sldMkLst>
          <pc:docMk/>
          <pc:sldMk cId="2129855782" sldId="289"/>
        </pc:sldMkLst>
      </pc:sldChg>
      <pc:sldChg chg="modSp add mod">
        <pc:chgData name="Tanmay Samak" userId="20166025-7f22-4346-9b98-ec55ab787a06" providerId="ADAL" clId="{71CD7D8E-0563-4FFC-84DA-F31E856AE125}" dt="2023-08-04T22:11:52.659" v="9644" actId="20577"/>
        <pc:sldMkLst>
          <pc:docMk/>
          <pc:sldMk cId="3450140000" sldId="290"/>
        </pc:sldMkLst>
        <pc:spChg chg="mod">
          <ac:chgData name="Tanmay Samak" userId="20166025-7f22-4346-9b98-ec55ab787a06" providerId="ADAL" clId="{71CD7D8E-0563-4FFC-84DA-F31E856AE125}" dt="2023-08-04T22:11:52.659" v="9644" actId="20577"/>
          <ac:spMkLst>
            <pc:docMk/>
            <pc:sldMk cId="3450140000" sldId="290"/>
            <ac:spMk id="2" creationId="{844D4E26-B530-D556-4747-3FCE832AFF15}"/>
          </ac:spMkLst>
        </pc:spChg>
        <pc:spChg chg="mod">
          <ac:chgData name="Tanmay Samak" userId="20166025-7f22-4346-9b98-ec55ab787a06" providerId="ADAL" clId="{71CD7D8E-0563-4FFC-84DA-F31E856AE125}" dt="2023-07-31T16:46:37.220" v="6837" actId="20577"/>
          <ac:spMkLst>
            <pc:docMk/>
            <pc:sldMk cId="3450140000" sldId="290"/>
            <ac:spMk id="3" creationId="{20FEE75E-4191-DF81-29B1-94AD70DB3537}"/>
          </ac:spMkLst>
        </pc:spChg>
      </pc:sldChg>
      <pc:sldChg chg="addSp delSp modSp add mod">
        <pc:chgData name="Tanmay Samak" userId="20166025-7f22-4346-9b98-ec55ab787a06" providerId="ADAL" clId="{71CD7D8E-0563-4FFC-84DA-F31E856AE125}" dt="2023-08-04T22:11:56.730" v="9646" actId="20577"/>
        <pc:sldMkLst>
          <pc:docMk/>
          <pc:sldMk cId="3243263071" sldId="291"/>
        </pc:sldMkLst>
        <pc:spChg chg="mod">
          <ac:chgData name="Tanmay Samak" userId="20166025-7f22-4346-9b98-ec55ab787a06" providerId="ADAL" clId="{71CD7D8E-0563-4FFC-84DA-F31E856AE125}" dt="2023-08-04T22:11:56.730" v="9646" actId="20577"/>
          <ac:spMkLst>
            <pc:docMk/>
            <pc:sldMk cId="3243263071" sldId="291"/>
            <ac:spMk id="2" creationId="{844D4E26-B530-D556-4747-3FCE832AFF15}"/>
          </ac:spMkLst>
        </pc:spChg>
        <pc:spChg chg="mod">
          <ac:chgData name="Tanmay Samak" userId="20166025-7f22-4346-9b98-ec55ab787a06" providerId="ADAL" clId="{71CD7D8E-0563-4FFC-84DA-F31E856AE125}" dt="2023-07-24T20:39:48.774" v="5096" actId="20577"/>
          <ac:spMkLst>
            <pc:docMk/>
            <pc:sldMk cId="3243263071" sldId="291"/>
            <ac:spMk id="3" creationId="{20FEE75E-4191-DF81-29B1-94AD70DB3537}"/>
          </ac:spMkLst>
        </pc:spChg>
        <pc:spChg chg="add mod">
          <ac:chgData name="Tanmay Samak" userId="20166025-7f22-4346-9b98-ec55ab787a06" providerId="ADAL" clId="{71CD7D8E-0563-4FFC-84DA-F31E856AE125}" dt="2023-08-04T05:41:13.773" v="9066" actId="20577"/>
          <ac:spMkLst>
            <pc:docMk/>
            <pc:sldMk cId="3243263071" sldId="291"/>
            <ac:spMk id="6" creationId="{44618214-D494-D82E-A6F2-B203076950DD}"/>
          </ac:spMkLst>
        </pc:spChg>
        <pc:spChg chg="add del">
          <ac:chgData name="Tanmay Samak" userId="20166025-7f22-4346-9b98-ec55ab787a06" providerId="ADAL" clId="{71CD7D8E-0563-4FFC-84DA-F31E856AE125}" dt="2023-07-24T04:53:16.009" v="3923"/>
          <ac:spMkLst>
            <pc:docMk/>
            <pc:sldMk cId="3243263071" sldId="291"/>
            <ac:spMk id="7" creationId="{BC905809-D3A0-3B17-7181-5C457B6C222E}"/>
          </ac:spMkLst>
        </pc:spChg>
        <pc:picChg chg="add mod">
          <ac:chgData name="Tanmay Samak" userId="20166025-7f22-4346-9b98-ec55ab787a06" providerId="ADAL" clId="{71CD7D8E-0563-4FFC-84DA-F31E856AE125}" dt="2023-08-04T05:40:18.752" v="9006" actId="1076"/>
          <ac:picMkLst>
            <pc:docMk/>
            <pc:sldMk cId="3243263071" sldId="291"/>
            <ac:picMk id="10242" creationId="{ADE80EB0-319F-AB56-F787-A59DE35C7D9C}"/>
          </ac:picMkLst>
        </pc:picChg>
      </pc:sldChg>
      <pc:sldChg chg="addSp delSp modSp add mod ord">
        <pc:chgData name="Tanmay Samak" userId="20166025-7f22-4346-9b98-ec55ab787a06" providerId="ADAL" clId="{71CD7D8E-0563-4FFC-84DA-F31E856AE125}" dt="2023-08-04T22:12:12.983" v="9649" actId="313"/>
        <pc:sldMkLst>
          <pc:docMk/>
          <pc:sldMk cId="1298791134" sldId="292"/>
        </pc:sldMkLst>
        <pc:spChg chg="mod">
          <ac:chgData name="Tanmay Samak" userId="20166025-7f22-4346-9b98-ec55ab787a06" providerId="ADAL" clId="{71CD7D8E-0563-4FFC-84DA-F31E856AE125}" dt="2023-08-04T22:12:00.277" v="9648" actId="20577"/>
          <ac:spMkLst>
            <pc:docMk/>
            <pc:sldMk cId="1298791134" sldId="292"/>
            <ac:spMk id="2" creationId="{87658E01-20F8-C471-DF10-B1DE14EEE1D4}"/>
          </ac:spMkLst>
        </pc:spChg>
        <pc:spChg chg="mod">
          <ac:chgData name="Tanmay Samak" userId="20166025-7f22-4346-9b98-ec55ab787a06" providerId="ADAL" clId="{71CD7D8E-0563-4FFC-84DA-F31E856AE125}" dt="2023-07-24T04:54:42.106" v="4030" actId="20577"/>
          <ac:spMkLst>
            <pc:docMk/>
            <pc:sldMk cId="1298791134" sldId="292"/>
            <ac:spMk id="3" creationId="{19F2D61E-BBDD-019A-A6F5-CF5FB6BE754B}"/>
          </ac:spMkLst>
        </pc:spChg>
        <pc:spChg chg="mod">
          <ac:chgData name="Tanmay Samak" userId="20166025-7f22-4346-9b98-ec55ab787a06" providerId="ADAL" clId="{71CD7D8E-0563-4FFC-84DA-F31E856AE125}" dt="2023-08-04T22:12:12.983" v="9649" actId="313"/>
          <ac:spMkLst>
            <pc:docMk/>
            <pc:sldMk cId="1298791134" sldId="292"/>
            <ac:spMk id="6" creationId="{0D48C224-77D4-919C-3E32-32B9C0D879BB}"/>
          </ac:spMkLst>
        </pc:spChg>
        <pc:picChg chg="add mod">
          <ac:chgData name="Tanmay Samak" userId="20166025-7f22-4346-9b98-ec55ab787a06" providerId="ADAL" clId="{71CD7D8E-0563-4FFC-84DA-F31E856AE125}" dt="2023-08-04T21:12:14.079" v="9637" actId="1076"/>
          <ac:picMkLst>
            <pc:docMk/>
            <pc:sldMk cId="1298791134" sldId="292"/>
            <ac:picMk id="1026" creationId="{F2B76864-981C-51E1-3987-DA62ABAC1E50}"/>
          </ac:picMkLst>
        </pc:picChg>
        <pc:picChg chg="del">
          <ac:chgData name="Tanmay Samak" userId="20166025-7f22-4346-9b98-ec55ab787a06" providerId="ADAL" clId="{71CD7D8E-0563-4FFC-84DA-F31E856AE125}" dt="2023-08-04T21:10:33.138" v="9515" actId="478"/>
          <ac:picMkLst>
            <pc:docMk/>
            <pc:sldMk cId="1298791134" sldId="292"/>
            <ac:picMk id="2050" creationId="{0213FE1B-F977-3253-CAD1-B4CB774359D2}"/>
          </ac:picMkLst>
        </pc:picChg>
      </pc:sldChg>
      <pc:sldChg chg="add del">
        <pc:chgData name="Tanmay Samak" userId="20166025-7f22-4346-9b98-ec55ab787a06" providerId="ADAL" clId="{71CD7D8E-0563-4FFC-84DA-F31E856AE125}" dt="2023-07-24T04:53:37.430" v="3927" actId="47"/>
        <pc:sldMkLst>
          <pc:docMk/>
          <pc:sldMk cId="2361600630" sldId="292"/>
        </pc:sldMkLst>
      </pc:sldChg>
      <pc:sldChg chg="addSp modSp add mod">
        <pc:chgData name="Tanmay Samak" userId="20166025-7f22-4346-9b98-ec55ab787a06" providerId="ADAL" clId="{71CD7D8E-0563-4FFC-84DA-F31E856AE125}" dt="2023-08-04T15:05:33.464" v="9392" actId="1076"/>
        <pc:sldMkLst>
          <pc:docMk/>
          <pc:sldMk cId="3024327809" sldId="293"/>
        </pc:sldMkLst>
        <pc:spChg chg="mod">
          <ac:chgData name="Tanmay Samak" userId="20166025-7f22-4346-9b98-ec55ab787a06" providerId="ADAL" clId="{71CD7D8E-0563-4FFC-84DA-F31E856AE125}" dt="2023-07-24T20:27:07.867" v="4756" actId="20577"/>
          <ac:spMkLst>
            <pc:docMk/>
            <pc:sldMk cId="3024327809" sldId="293"/>
            <ac:spMk id="3" creationId="{20FEE75E-4191-DF81-29B1-94AD70DB3537}"/>
          </ac:spMkLst>
        </pc:spChg>
        <pc:picChg chg="add mod">
          <ac:chgData name="Tanmay Samak" userId="20166025-7f22-4346-9b98-ec55ab787a06" providerId="ADAL" clId="{71CD7D8E-0563-4FFC-84DA-F31E856AE125}" dt="2023-08-04T15:05:33.464" v="9392" actId="1076"/>
          <ac:picMkLst>
            <pc:docMk/>
            <pc:sldMk cId="3024327809" sldId="293"/>
            <ac:picMk id="2050" creationId="{8F026D87-965C-1223-EF3A-DBCF27FCB3EB}"/>
          </ac:picMkLst>
        </pc:picChg>
      </pc:sldChg>
      <pc:sldChg chg="addSp delSp modSp add mod">
        <pc:chgData name="Tanmay Samak" userId="20166025-7f22-4346-9b98-ec55ab787a06" providerId="ADAL" clId="{71CD7D8E-0563-4FFC-84DA-F31E856AE125}" dt="2023-08-04T15:40:08.707" v="9493" actId="1076"/>
        <pc:sldMkLst>
          <pc:docMk/>
          <pc:sldMk cId="3337776574" sldId="294"/>
        </pc:sldMkLst>
        <pc:spChg chg="mod">
          <ac:chgData name="Tanmay Samak" userId="20166025-7f22-4346-9b98-ec55ab787a06" providerId="ADAL" clId="{71CD7D8E-0563-4FFC-84DA-F31E856AE125}" dt="2023-08-04T15:38:02.502" v="9488" actId="20577"/>
          <ac:spMkLst>
            <pc:docMk/>
            <pc:sldMk cId="3337776574" sldId="294"/>
            <ac:spMk id="3" creationId="{20FEE75E-4191-DF81-29B1-94AD70DB3537}"/>
          </ac:spMkLst>
        </pc:spChg>
        <pc:spChg chg="add mod">
          <ac:chgData name="Tanmay Samak" userId="20166025-7f22-4346-9b98-ec55ab787a06" providerId="ADAL" clId="{71CD7D8E-0563-4FFC-84DA-F31E856AE125}" dt="2023-08-04T15:01:43.224" v="9388" actId="164"/>
          <ac:spMkLst>
            <pc:docMk/>
            <pc:sldMk cId="3337776574" sldId="294"/>
            <ac:spMk id="6" creationId="{7E5385DF-76BC-17B8-9F51-780C93E0B855}"/>
          </ac:spMkLst>
        </pc:spChg>
        <pc:grpChg chg="add del mod">
          <ac:chgData name="Tanmay Samak" userId="20166025-7f22-4346-9b98-ec55ab787a06" providerId="ADAL" clId="{71CD7D8E-0563-4FFC-84DA-F31E856AE125}" dt="2023-08-04T15:39:57.472" v="9489" actId="478"/>
          <ac:grpSpMkLst>
            <pc:docMk/>
            <pc:sldMk cId="3337776574" sldId="294"/>
            <ac:grpSpMk id="7" creationId="{C7B6C171-6C6D-627E-4F9A-E71FB9813359}"/>
          </ac:grpSpMkLst>
        </pc:grpChg>
        <pc:picChg chg="add mod">
          <ac:chgData name="Tanmay Samak" userId="20166025-7f22-4346-9b98-ec55ab787a06" providerId="ADAL" clId="{71CD7D8E-0563-4FFC-84DA-F31E856AE125}" dt="2023-08-04T15:01:43.224" v="9388" actId="164"/>
          <ac:picMkLst>
            <pc:docMk/>
            <pc:sldMk cId="3337776574" sldId="294"/>
            <ac:picMk id="1026" creationId="{CABA216B-031C-4A19-6347-73358E0E2462}"/>
          </ac:picMkLst>
        </pc:picChg>
        <pc:picChg chg="add mod">
          <ac:chgData name="Tanmay Samak" userId="20166025-7f22-4346-9b98-ec55ab787a06" providerId="ADAL" clId="{71CD7D8E-0563-4FFC-84DA-F31E856AE125}" dt="2023-08-04T15:40:08.707" v="9493" actId="1076"/>
          <ac:picMkLst>
            <pc:docMk/>
            <pc:sldMk cId="3337776574" sldId="294"/>
            <ac:picMk id="1028" creationId="{D3BDF3AE-E016-AFAE-569C-A01CBEFCE3DD}"/>
          </ac:picMkLst>
        </pc:picChg>
      </pc:sldChg>
      <pc:sldChg chg="addSp modSp add mod addCm">
        <pc:chgData name="Tanmay Samak" userId="20166025-7f22-4346-9b98-ec55ab787a06" providerId="ADAL" clId="{71CD7D8E-0563-4FFC-84DA-F31E856AE125}" dt="2023-08-04T23:26:27.381" v="9654"/>
        <pc:sldMkLst>
          <pc:docMk/>
          <pc:sldMk cId="4116831080" sldId="295"/>
        </pc:sldMkLst>
        <pc:spChg chg="add mod">
          <ac:chgData name="Tanmay Samak" userId="20166025-7f22-4346-9b98-ec55ab787a06" providerId="ADAL" clId="{71CD7D8E-0563-4FFC-84DA-F31E856AE125}" dt="2023-07-24T19:15:08.829" v="4106"/>
          <ac:spMkLst>
            <pc:docMk/>
            <pc:sldMk cId="4116831080" sldId="295"/>
            <ac:spMk id="3" creationId="{A40FC9DD-809F-A8C7-4A5B-42CB8FC45C0F}"/>
          </ac:spMkLst>
        </pc:spChg>
        <pc:spChg chg="add mod">
          <ac:chgData name="Tanmay Samak" userId="20166025-7f22-4346-9b98-ec55ab787a06" providerId="ADAL" clId="{71CD7D8E-0563-4FFC-84DA-F31E856AE125}" dt="2023-07-24T19:15:17.355" v="4108" actId="1076"/>
          <ac:spMkLst>
            <pc:docMk/>
            <pc:sldMk cId="4116831080" sldId="295"/>
            <ac:spMk id="25" creationId="{9DDF8F48-E707-2D75-2C71-EC755FC785E4}"/>
          </ac:spMkLst>
        </pc:spChg>
        <pc:spChg chg="add mod">
          <ac:chgData name="Tanmay Samak" userId="20166025-7f22-4346-9b98-ec55ab787a06" providerId="ADAL" clId="{71CD7D8E-0563-4FFC-84DA-F31E856AE125}" dt="2023-07-24T19:15:41.903" v="4113" actId="1076"/>
          <ac:spMkLst>
            <pc:docMk/>
            <pc:sldMk cId="4116831080" sldId="295"/>
            <ac:spMk id="27" creationId="{8A7F2E59-3AD5-D806-DE0A-44EB0CBC0508}"/>
          </ac:spMkLst>
        </pc:spChg>
        <pc:spChg chg="add mod">
          <ac:chgData name="Tanmay Samak" userId="20166025-7f22-4346-9b98-ec55ab787a06" providerId="ADAL" clId="{71CD7D8E-0563-4FFC-84DA-F31E856AE125}" dt="2023-07-24T19:15:32.921" v="4112" actId="1076"/>
          <ac:spMkLst>
            <pc:docMk/>
            <pc:sldMk cId="4116831080" sldId="295"/>
            <ac:spMk id="29" creationId="{BDE6062F-803E-1919-5FE1-26642D00925F}"/>
          </ac:spMkLst>
        </pc:spChg>
        <pc:picChg chg="add mod">
          <ac:chgData name="Tanmay Samak" userId="20166025-7f22-4346-9b98-ec55ab787a06" providerId="ADAL" clId="{71CD7D8E-0563-4FFC-84DA-F31E856AE125}" dt="2023-07-24T19:15:08.829" v="4106"/>
          <ac:picMkLst>
            <pc:docMk/>
            <pc:sldMk cId="4116831080" sldId="295"/>
            <ac:picMk id="24" creationId="{DF979328-DD09-765B-05B5-6E9663A5CE60}"/>
          </ac:picMkLst>
        </pc:picChg>
        <pc:picChg chg="add mod">
          <ac:chgData name="Tanmay Samak" userId="20166025-7f22-4346-9b98-ec55ab787a06" providerId="ADAL" clId="{71CD7D8E-0563-4FFC-84DA-F31E856AE125}" dt="2023-07-24T19:15:17.355" v="4108" actId="1076"/>
          <ac:picMkLst>
            <pc:docMk/>
            <pc:sldMk cId="4116831080" sldId="295"/>
            <ac:picMk id="26" creationId="{4C131C0D-21D6-2A8C-7FC6-5FDC9520523F}"/>
          </ac:picMkLst>
        </pc:picChg>
        <pc:picChg chg="add mod">
          <ac:chgData name="Tanmay Samak" userId="20166025-7f22-4346-9b98-ec55ab787a06" providerId="ADAL" clId="{71CD7D8E-0563-4FFC-84DA-F31E856AE125}" dt="2023-07-24T19:15:41.903" v="4113" actId="1076"/>
          <ac:picMkLst>
            <pc:docMk/>
            <pc:sldMk cId="4116831080" sldId="295"/>
            <ac:picMk id="28" creationId="{98004BB4-808D-8893-ECC1-323916B68D20}"/>
          </ac:picMkLst>
        </pc:picChg>
        <pc:picChg chg="add mod">
          <ac:chgData name="Tanmay Samak" userId="20166025-7f22-4346-9b98-ec55ab787a06" providerId="ADAL" clId="{71CD7D8E-0563-4FFC-84DA-F31E856AE125}" dt="2023-07-24T19:15:32.921" v="4112" actId="1076"/>
          <ac:picMkLst>
            <pc:docMk/>
            <pc:sldMk cId="4116831080" sldId="295"/>
            <ac:picMk id="30" creationId="{F4847A65-20B6-F5FE-1CEE-B0B7F3495D36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4T23:26:15.785" v="9653"/>
              <pc2:cmMkLst xmlns:pc2="http://schemas.microsoft.com/office/powerpoint/2019/9/main/command">
                <pc:docMk/>
                <pc:sldMk cId="4116831080" sldId="295"/>
                <pc2:cmMk id="{02664F06-A3A2-41A2-8793-DEB6315ED716}"/>
              </pc2:cmMkLst>
            </pc226:cmChg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4T23:24:57.506" v="9651"/>
              <pc2:cmMkLst xmlns:pc2="http://schemas.microsoft.com/office/powerpoint/2019/9/main/command">
                <pc:docMk/>
                <pc:sldMk cId="4116831080" sldId="295"/>
                <pc2:cmMk id="{8F027F85-F270-49A0-A52F-E88BBFADE4BB}"/>
              </pc2:cmMkLst>
            </pc226:cmChg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4T23:24:48.878" v="9650"/>
              <pc2:cmMkLst xmlns:pc2="http://schemas.microsoft.com/office/powerpoint/2019/9/main/command">
                <pc:docMk/>
                <pc:sldMk cId="4116831080" sldId="295"/>
                <pc2:cmMk id="{9819128B-4200-48B9-9ECC-7F5D63E791E2}"/>
              </pc2:cmMkLst>
            </pc226:cmChg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4T23:26:27.381" v="9654"/>
              <pc2:cmMkLst xmlns:pc2="http://schemas.microsoft.com/office/powerpoint/2019/9/main/command">
                <pc:docMk/>
                <pc:sldMk cId="4116831080" sldId="295"/>
                <pc2:cmMk id="{80EA80A4-85BD-427B-8905-D384B28B4B48}"/>
              </pc2:cmMkLst>
            </pc226:cmChg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4T23:25:53.468" v="9652"/>
              <pc2:cmMkLst xmlns:pc2="http://schemas.microsoft.com/office/powerpoint/2019/9/main/command">
                <pc:docMk/>
                <pc:sldMk cId="4116831080" sldId="295"/>
                <pc2:cmMk id="{20E80CCC-5B6F-42CF-8913-4C44F4E2AA89}"/>
              </pc2:cmMkLst>
            </pc226:cmChg>
          </p:ext>
        </pc:extLst>
      </pc:sldChg>
      <pc:sldChg chg="addSp delSp modSp add mod modNotesTx">
        <pc:chgData name="Tanmay Samak" userId="20166025-7f22-4346-9b98-ec55ab787a06" providerId="ADAL" clId="{71CD7D8E-0563-4FFC-84DA-F31E856AE125}" dt="2023-07-24T20:34:34.358" v="4949" actId="20577"/>
        <pc:sldMkLst>
          <pc:docMk/>
          <pc:sldMk cId="4199389688" sldId="296"/>
        </pc:sldMkLst>
        <pc:spChg chg="mod">
          <ac:chgData name="Tanmay Samak" userId="20166025-7f22-4346-9b98-ec55ab787a06" providerId="ADAL" clId="{71CD7D8E-0563-4FFC-84DA-F31E856AE125}" dt="2023-07-24T17:16:24.191" v="4061" actId="20577"/>
          <ac:spMkLst>
            <pc:docMk/>
            <pc:sldMk cId="4199389688" sldId="296"/>
            <ac:spMk id="2" creationId="{844D4E26-B530-D556-4747-3FCE832AFF15}"/>
          </ac:spMkLst>
        </pc:spChg>
        <pc:spChg chg="del mod">
          <ac:chgData name="Tanmay Samak" userId="20166025-7f22-4346-9b98-ec55ab787a06" providerId="ADAL" clId="{71CD7D8E-0563-4FFC-84DA-F31E856AE125}" dt="2023-07-24T17:19:57.266" v="4066"/>
          <ac:spMkLst>
            <pc:docMk/>
            <pc:sldMk cId="4199389688" sldId="296"/>
            <ac:spMk id="3" creationId="{20FEE75E-4191-DF81-29B1-94AD70DB3537}"/>
          </ac:spMkLst>
        </pc:spChg>
        <pc:graphicFrameChg chg="add del mod">
          <ac:chgData name="Tanmay Samak" userId="20166025-7f22-4346-9b98-ec55ab787a06" providerId="ADAL" clId="{71CD7D8E-0563-4FFC-84DA-F31E856AE125}" dt="2023-07-24T17:19:57.121" v="4065"/>
          <ac:graphicFrameMkLst>
            <pc:docMk/>
            <pc:sldMk cId="4199389688" sldId="296"/>
            <ac:graphicFrameMk id="6" creationId="{076468CD-0E8D-3ABE-7204-F3BEB22CE699}"/>
          </ac:graphicFrameMkLst>
        </pc:graphicFrameChg>
        <pc:graphicFrameChg chg="add mod modGraphic">
          <ac:chgData name="Tanmay Samak" userId="20166025-7f22-4346-9b98-ec55ab787a06" providerId="ADAL" clId="{71CD7D8E-0563-4FFC-84DA-F31E856AE125}" dt="2023-07-24T17:40:50.465" v="4085" actId="255"/>
          <ac:graphicFrameMkLst>
            <pc:docMk/>
            <pc:sldMk cId="4199389688" sldId="296"/>
            <ac:graphicFrameMk id="7" creationId="{C66C364F-858E-0CC4-A62A-08AAA5E15164}"/>
          </ac:graphicFrameMkLst>
        </pc:graphicFrameChg>
      </pc:sldChg>
      <pc:sldChg chg="add del">
        <pc:chgData name="Tanmay Samak" userId="20166025-7f22-4346-9b98-ec55ab787a06" providerId="ADAL" clId="{71CD7D8E-0563-4FFC-84DA-F31E856AE125}" dt="2023-07-24T17:20:13.859" v="4070" actId="47"/>
        <pc:sldMkLst>
          <pc:docMk/>
          <pc:sldMk cId="1665951166" sldId="297"/>
        </pc:sldMkLst>
      </pc:sldChg>
      <pc:sldChg chg="modSp add mod">
        <pc:chgData name="Tanmay Samak" userId="20166025-7f22-4346-9b98-ec55ab787a06" providerId="ADAL" clId="{71CD7D8E-0563-4FFC-84DA-F31E856AE125}" dt="2023-07-24T17:41:25.879" v="4089" actId="255"/>
        <pc:sldMkLst>
          <pc:docMk/>
          <pc:sldMk cId="2582387226" sldId="297"/>
        </pc:sldMkLst>
        <pc:graphicFrameChg chg="mod modGraphic">
          <ac:chgData name="Tanmay Samak" userId="20166025-7f22-4346-9b98-ec55ab787a06" providerId="ADAL" clId="{71CD7D8E-0563-4FFC-84DA-F31E856AE125}" dt="2023-07-24T17:41:25.879" v="4089" actId="255"/>
          <ac:graphicFrameMkLst>
            <pc:docMk/>
            <pc:sldMk cId="2582387226" sldId="297"/>
            <ac:graphicFrameMk id="7" creationId="{C66C364F-858E-0CC4-A62A-08AAA5E15164}"/>
          </ac:graphicFrameMkLst>
        </pc:graphicFrameChg>
      </pc:sldChg>
      <pc:sldChg chg="modSp add mod">
        <pc:chgData name="Tanmay Samak" userId="20166025-7f22-4346-9b98-ec55ab787a06" providerId="ADAL" clId="{71CD7D8E-0563-4FFC-84DA-F31E856AE125}" dt="2023-07-24T17:42:56.459" v="4097" actId="255"/>
        <pc:sldMkLst>
          <pc:docMk/>
          <pc:sldMk cId="3583214487" sldId="298"/>
        </pc:sldMkLst>
        <pc:graphicFrameChg chg="mod modGraphic">
          <ac:chgData name="Tanmay Samak" userId="20166025-7f22-4346-9b98-ec55ab787a06" providerId="ADAL" clId="{71CD7D8E-0563-4FFC-84DA-F31E856AE125}" dt="2023-07-24T17:42:56.459" v="4097" actId="255"/>
          <ac:graphicFrameMkLst>
            <pc:docMk/>
            <pc:sldMk cId="3583214487" sldId="298"/>
            <ac:graphicFrameMk id="7" creationId="{C66C364F-858E-0CC4-A62A-08AAA5E15164}"/>
          </ac:graphicFrameMkLst>
        </pc:graphicFrameChg>
      </pc:sldChg>
      <pc:sldChg chg="modSp add mod">
        <pc:chgData name="Tanmay Samak" userId="20166025-7f22-4346-9b98-ec55ab787a06" providerId="ADAL" clId="{71CD7D8E-0563-4FFC-84DA-F31E856AE125}" dt="2023-07-24T17:42:24.332" v="4094" actId="255"/>
        <pc:sldMkLst>
          <pc:docMk/>
          <pc:sldMk cId="3254916185" sldId="299"/>
        </pc:sldMkLst>
        <pc:graphicFrameChg chg="mod modGraphic">
          <ac:chgData name="Tanmay Samak" userId="20166025-7f22-4346-9b98-ec55ab787a06" providerId="ADAL" clId="{71CD7D8E-0563-4FFC-84DA-F31E856AE125}" dt="2023-07-24T17:42:24.332" v="4094" actId="255"/>
          <ac:graphicFrameMkLst>
            <pc:docMk/>
            <pc:sldMk cId="3254916185" sldId="299"/>
            <ac:graphicFrameMk id="7" creationId="{C66C364F-858E-0CC4-A62A-08AAA5E15164}"/>
          </ac:graphicFrameMkLst>
        </pc:graphicFrameChg>
      </pc:sldChg>
      <pc:sldChg chg="modSp new mod">
        <pc:chgData name="Tanmay Samak" userId="20166025-7f22-4346-9b98-ec55ab787a06" providerId="ADAL" clId="{71CD7D8E-0563-4FFC-84DA-F31E856AE125}" dt="2023-08-04T14:49:34.022" v="9345" actId="20577"/>
        <pc:sldMkLst>
          <pc:docMk/>
          <pc:sldMk cId="1244121882" sldId="300"/>
        </pc:sldMkLst>
        <pc:spChg chg="mod">
          <ac:chgData name="Tanmay Samak" userId="20166025-7f22-4346-9b98-ec55ab787a06" providerId="ADAL" clId="{71CD7D8E-0563-4FFC-84DA-F31E856AE125}" dt="2023-07-24T20:29:32.948" v="4766" actId="20577"/>
          <ac:spMkLst>
            <pc:docMk/>
            <pc:sldMk cId="1244121882" sldId="300"/>
            <ac:spMk id="2" creationId="{43B05FE2-B26D-3968-2B31-94E5395EB885}"/>
          </ac:spMkLst>
        </pc:spChg>
        <pc:spChg chg="mod">
          <ac:chgData name="Tanmay Samak" userId="20166025-7f22-4346-9b98-ec55ab787a06" providerId="ADAL" clId="{71CD7D8E-0563-4FFC-84DA-F31E856AE125}" dt="2023-08-04T14:49:34.022" v="9345" actId="20577"/>
          <ac:spMkLst>
            <pc:docMk/>
            <pc:sldMk cId="1244121882" sldId="300"/>
            <ac:spMk id="3" creationId="{348F20B0-6D22-EAB5-F92C-C2BDC4CF8BBA}"/>
          </ac:spMkLst>
        </pc:spChg>
      </pc:sldChg>
      <pc:sldChg chg="add del">
        <pc:chgData name="Tanmay Samak" userId="20166025-7f22-4346-9b98-ec55ab787a06" providerId="ADAL" clId="{71CD7D8E-0563-4FFC-84DA-F31E856AE125}" dt="2023-07-31T15:53:12.803" v="6301" actId="47"/>
        <pc:sldMkLst>
          <pc:docMk/>
          <pc:sldMk cId="2521335171" sldId="301"/>
        </pc:sldMkLst>
      </pc:sldChg>
      <pc:sldChg chg="delSp add del">
        <pc:chgData name="Tanmay Samak" userId="20166025-7f22-4346-9b98-ec55ab787a06" providerId="ADAL" clId="{71CD7D8E-0563-4FFC-84DA-F31E856AE125}" dt="2023-07-31T16:23:28.571" v="6598" actId="47"/>
        <pc:sldMkLst>
          <pc:docMk/>
          <pc:sldMk cId="981013109" sldId="302"/>
        </pc:sldMkLst>
        <pc:picChg chg="del">
          <ac:chgData name="Tanmay Samak" userId="20166025-7f22-4346-9b98-ec55ab787a06" providerId="ADAL" clId="{71CD7D8E-0563-4FFC-84DA-F31E856AE125}" dt="2023-07-31T12:19:54.682" v="5462" actId="478"/>
          <ac:picMkLst>
            <pc:docMk/>
            <pc:sldMk cId="981013109" sldId="302"/>
            <ac:picMk id="1036" creationId="{A9EEA431-40EE-48ED-66EB-51BEFF0E5160}"/>
          </ac:picMkLst>
        </pc:picChg>
      </pc:sldChg>
      <pc:sldChg chg="modSp add mod">
        <pc:chgData name="Tanmay Samak" userId="20166025-7f22-4346-9b98-ec55ab787a06" providerId="ADAL" clId="{71CD7D8E-0563-4FFC-84DA-F31E856AE125}" dt="2023-08-04T05:33:34.268" v="8861" actId="20577"/>
        <pc:sldMkLst>
          <pc:docMk/>
          <pc:sldMk cId="1167600257" sldId="303"/>
        </pc:sldMkLst>
        <pc:spChg chg="mod">
          <ac:chgData name="Tanmay Samak" userId="20166025-7f22-4346-9b98-ec55ab787a06" providerId="ADAL" clId="{71CD7D8E-0563-4FFC-84DA-F31E856AE125}" dt="2023-08-04T05:33:34.268" v="8861" actId="20577"/>
          <ac:spMkLst>
            <pc:docMk/>
            <pc:sldMk cId="1167600257" sldId="303"/>
            <ac:spMk id="3" creationId="{19F2D61E-BBDD-019A-A6F5-CF5FB6BE754B}"/>
          </ac:spMkLst>
        </pc:spChg>
      </pc:sldChg>
      <pc:sldChg chg="modSp add mod">
        <pc:chgData name="Tanmay Samak" userId="20166025-7f22-4346-9b98-ec55ab787a06" providerId="ADAL" clId="{71CD7D8E-0563-4FFC-84DA-F31E856AE125}" dt="2023-08-03T22:45:00.584" v="7046" actId="21"/>
        <pc:sldMkLst>
          <pc:docMk/>
          <pc:sldMk cId="3418556531" sldId="304"/>
        </pc:sldMkLst>
        <pc:spChg chg="mod">
          <ac:chgData name="Tanmay Samak" userId="20166025-7f22-4346-9b98-ec55ab787a06" providerId="ADAL" clId="{71CD7D8E-0563-4FFC-84DA-F31E856AE125}" dt="2023-08-03T22:45:00.584" v="7046" actId="21"/>
          <ac:spMkLst>
            <pc:docMk/>
            <pc:sldMk cId="3418556531" sldId="304"/>
            <ac:spMk id="3" creationId="{19F2D61E-BBDD-019A-A6F5-CF5FB6BE754B}"/>
          </ac:spMkLst>
        </pc:spChg>
      </pc:sldChg>
      <pc:sldChg chg="addSp delSp modSp add mod addCm">
        <pc:chgData name="Tanmay Samak" userId="20166025-7f22-4346-9b98-ec55ab787a06" providerId="ADAL" clId="{71CD7D8E-0563-4FFC-84DA-F31E856AE125}" dt="2023-08-04T23:42:32.128" v="9666"/>
        <pc:sldMkLst>
          <pc:docMk/>
          <pc:sldMk cId="2539262352" sldId="305"/>
        </pc:sldMkLst>
        <pc:spChg chg="mod">
          <ac:chgData name="Tanmay Samak" userId="20166025-7f22-4346-9b98-ec55ab787a06" providerId="ADAL" clId="{71CD7D8E-0563-4FFC-84DA-F31E856AE125}" dt="2023-07-31T16:29:33.120" v="6633"/>
          <ac:spMkLst>
            <pc:docMk/>
            <pc:sldMk cId="2539262352" sldId="305"/>
            <ac:spMk id="2" creationId="{844D4E26-B530-D556-4747-3FCE832AFF15}"/>
          </ac:spMkLst>
        </pc:spChg>
        <pc:spChg chg="mod">
          <ac:chgData name="Tanmay Samak" userId="20166025-7f22-4346-9b98-ec55ab787a06" providerId="ADAL" clId="{71CD7D8E-0563-4FFC-84DA-F31E856AE125}" dt="2023-08-03T04:59:40.872" v="6928"/>
          <ac:spMkLst>
            <pc:docMk/>
            <pc:sldMk cId="2539262352" sldId="305"/>
            <ac:spMk id="3" creationId="{20FEE75E-4191-DF81-29B1-94AD70DB3537}"/>
          </ac:spMkLst>
        </pc:spChg>
        <pc:spChg chg="add mod">
          <ac:chgData name="Tanmay Samak" userId="20166025-7f22-4346-9b98-ec55ab787a06" providerId="ADAL" clId="{71CD7D8E-0563-4FFC-84DA-F31E856AE125}" dt="2023-08-03T22:44:33.713" v="7022" actId="20577"/>
          <ac:spMkLst>
            <pc:docMk/>
            <pc:sldMk cId="2539262352" sldId="305"/>
            <ac:spMk id="9" creationId="{DE429BF6-6440-3F32-E2B1-B2B4BE39AA82}"/>
          </ac:spMkLst>
        </pc:spChg>
        <pc:spChg chg="del">
          <ac:chgData name="Tanmay Samak" userId="20166025-7f22-4346-9b98-ec55ab787a06" providerId="ADAL" clId="{71CD7D8E-0563-4FFC-84DA-F31E856AE125}" dt="2023-07-31T12:47:33" v="5615" actId="478"/>
          <ac:spMkLst>
            <pc:docMk/>
            <pc:sldMk cId="2539262352" sldId="305"/>
            <ac:spMk id="12" creationId="{08AB6448-3829-B74D-EA82-AC28DB1C0368}"/>
          </ac:spMkLst>
        </pc:spChg>
        <pc:spChg chg="del">
          <ac:chgData name="Tanmay Samak" userId="20166025-7f22-4346-9b98-ec55ab787a06" providerId="ADAL" clId="{71CD7D8E-0563-4FFC-84DA-F31E856AE125}" dt="2023-07-31T12:47:33" v="5615" actId="478"/>
          <ac:spMkLst>
            <pc:docMk/>
            <pc:sldMk cId="2539262352" sldId="305"/>
            <ac:spMk id="13" creationId="{7E71A249-F803-6670-D8D6-879C91BF5851}"/>
          </ac:spMkLst>
        </pc:spChg>
        <pc:spChg chg="del">
          <ac:chgData name="Tanmay Samak" userId="20166025-7f22-4346-9b98-ec55ab787a06" providerId="ADAL" clId="{71CD7D8E-0563-4FFC-84DA-F31E856AE125}" dt="2023-07-31T12:47:33" v="5615" actId="478"/>
          <ac:spMkLst>
            <pc:docMk/>
            <pc:sldMk cId="2539262352" sldId="305"/>
            <ac:spMk id="14" creationId="{6FFE143E-EFA3-9566-3B1B-308AF6B385C6}"/>
          </ac:spMkLst>
        </pc:spChg>
        <pc:spChg chg="mod">
          <ac:chgData name="Tanmay Samak" userId="20166025-7f22-4346-9b98-ec55ab787a06" providerId="ADAL" clId="{71CD7D8E-0563-4FFC-84DA-F31E856AE125}" dt="2023-08-03T22:45:34.864" v="7075" actId="20577"/>
          <ac:spMkLst>
            <pc:docMk/>
            <pc:sldMk cId="2539262352" sldId="305"/>
            <ac:spMk id="15" creationId="{28A9D35D-52AB-190F-F56A-687456385705}"/>
          </ac:spMkLst>
        </pc:spChg>
        <pc:spChg chg="add mod">
          <ac:chgData name="Tanmay Samak" userId="20166025-7f22-4346-9b98-ec55ab787a06" providerId="ADAL" clId="{71CD7D8E-0563-4FFC-84DA-F31E856AE125}" dt="2023-08-03T22:45:38.713" v="7077" actId="20577"/>
          <ac:spMkLst>
            <pc:docMk/>
            <pc:sldMk cId="2539262352" sldId="305"/>
            <ac:spMk id="16" creationId="{DEFA4D1F-0BDF-356F-10B0-3CA6ACD84215}"/>
          </ac:spMkLst>
        </pc:spChg>
        <pc:spChg chg="add mod">
          <ac:chgData name="Tanmay Samak" userId="20166025-7f22-4346-9b98-ec55ab787a06" providerId="ADAL" clId="{71CD7D8E-0563-4FFC-84DA-F31E856AE125}" dt="2023-08-04T04:57:33.765" v="8421"/>
          <ac:spMkLst>
            <pc:docMk/>
            <pc:sldMk cId="2539262352" sldId="305"/>
            <ac:spMk id="17" creationId="{76DFE146-2458-57D9-741C-00BFCE11EABE}"/>
          </ac:spMkLst>
        </pc:spChg>
        <pc:spChg chg="add mod">
          <ac:chgData name="Tanmay Samak" userId="20166025-7f22-4346-9b98-ec55ab787a06" providerId="ADAL" clId="{71CD7D8E-0563-4FFC-84DA-F31E856AE125}" dt="2023-08-04T04:57:33.765" v="8421"/>
          <ac:spMkLst>
            <pc:docMk/>
            <pc:sldMk cId="2539262352" sldId="305"/>
            <ac:spMk id="18" creationId="{8AB6EC07-306F-72F3-7DD4-EA55186F5A48}"/>
          </ac:spMkLst>
        </pc:spChg>
        <pc:spChg chg="add mod">
          <ac:chgData name="Tanmay Samak" userId="20166025-7f22-4346-9b98-ec55ab787a06" providerId="ADAL" clId="{71CD7D8E-0563-4FFC-84DA-F31E856AE125}" dt="2023-08-04T04:57:33.765" v="8421"/>
          <ac:spMkLst>
            <pc:docMk/>
            <pc:sldMk cId="2539262352" sldId="305"/>
            <ac:spMk id="19" creationId="{215EC236-0814-8E56-4F86-85BA39FBC003}"/>
          </ac:spMkLst>
        </pc:spChg>
        <pc:spChg chg="add mod">
          <ac:chgData name="Tanmay Samak" userId="20166025-7f22-4346-9b98-ec55ab787a06" providerId="ADAL" clId="{71CD7D8E-0563-4FFC-84DA-F31E856AE125}" dt="2023-08-04T04:57:33.765" v="8421"/>
          <ac:spMkLst>
            <pc:docMk/>
            <pc:sldMk cId="2539262352" sldId="305"/>
            <ac:spMk id="20" creationId="{2C92B592-E740-9866-2CC1-9F86D68E7021}"/>
          </ac:spMkLst>
        </pc:spChg>
        <pc:spChg chg="add mod">
          <ac:chgData name="Tanmay Samak" userId="20166025-7f22-4346-9b98-ec55ab787a06" providerId="ADAL" clId="{71CD7D8E-0563-4FFC-84DA-F31E856AE125}" dt="2023-08-04T04:57:33.765" v="8421"/>
          <ac:spMkLst>
            <pc:docMk/>
            <pc:sldMk cId="2539262352" sldId="305"/>
            <ac:spMk id="21" creationId="{256999A9-3858-A714-9D7C-6860662958FE}"/>
          </ac:spMkLst>
        </pc:spChg>
        <pc:spChg chg="add mod">
          <ac:chgData name="Tanmay Samak" userId="20166025-7f22-4346-9b98-ec55ab787a06" providerId="ADAL" clId="{71CD7D8E-0563-4FFC-84DA-F31E856AE125}" dt="2023-08-04T04:57:33.765" v="8421"/>
          <ac:spMkLst>
            <pc:docMk/>
            <pc:sldMk cId="2539262352" sldId="305"/>
            <ac:spMk id="22" creationId="{A866E8F8-3850-AF80-A387-120F89D686E1}"/>
          </ac:spMkLst>
        </pc:spChg>
        <pc:spChg chg="add mod">
          <ac:chgData name="Tanmay Samak" userId="20166025-7f22-4346-9b98-ec55ab787a06" providerId="ADAL" clId="{71CD7D8E-0563-4FFC-84DA-F31E856AE125}" dt="2023-08-04T04:57:33.765" v="8421"/>
          <ac:spMkLst>
            <pc:docMk/>
            <pc:sldMk cId="2539262352" sldId="305"/>
            <ac:spMk id="23" creationId="{67074E1E-AD86-38D0-EBD9-C2CD86389BB0}"/>
          </ac:spMkLst>
        </pc:spChg>
        <pc:spChg chg="add mod">
          <ac:chgData name="Tanmay Samak" userId="20166025-7f22-4346-9b98-ec55ab787a06" providerId="ADAL" clId="{71CD7D8E-0563-4FFC-84DA-F31E856AE125}" dt="2023-08-04T04:57:33.765" v="8421"/>
          <ac:spMkLst>
            <pc:docMk/>
            <pc:sldMk cId="2539262352" sldId="305"/>
            <ac:spMk id="24" creationId="{0342BAC6-455D-6D26-0E61-A7760AB80F1A}"/>
          </ac:spMkLst>
        </pc:spChg>
        <pc:picChg chg="add mod">
          <ac:chgData name="Tanmay Samak" userId="20166025-7f22-4346-9b98-ec55ab787a06" providerId="ADAL" clId="{71CD7D8E-0563-4FFC-84DA-F31E856AE125}" dt="2023-07-31T12:48:16.200" v="5624" actId="14100"/>
          <ac:picMkLst>
            <pc:docMk/>
            <pc:sldMk cId="2539262352" sldId="305"/>
            <ac:picMk id="6" creationId="{B0362369-A867-1002-4049-D809ACE48B52}"/>
          </ac:picMkLst>
        </pc:picChg>
        <pc:picChg chg="add mod">
          <ac:chgData name="Tanmay Samak" userId="20166025-7f22-4346-9b98-ec55ab787a06" providerId="ADAL" clId="{71CD7D8E-0563-4FFC-84DA-F31E856AE125}" dt="2023-07-31T12:50:24.896" v="5677" actId="1076"/>
          <ac:picMkLst>
            <pc:docMk/>
            <pc:sldMk cId="2539262352" sldId="305"/>
            <ac:picMk id="7" creationId="{DB1ECFAA-AFA9-4193-85C7-FF76C830E6DB}"/>
          </ac:picMkLst>
        </pc:picChg>
        <pc:picChg chg="add mod">
          <ac:chgData name="Tanmay Samak" userId="20166025-7f22-4346-9b98-ec55ab787a06" providerId="ADAL" clId="{71CD7D8E-0563-4FFC-84DA-F31E856AE125}" dt="2023-07-31T12:50:44.734" v="5680" actId="1076"/>
          <ac:picMkLst>
            <pc:docMk/>
            <pc:sldMk cId="2539262352" sldId="305"/>
            <ac:picMk id="8" creationId="{36E8156E-32FA-2E6A-8BA4-4CEE6DEAD3D6}"/>
          </ac:picMkLst>
        </pc:picChg>
        <pc:picChg chg="del">
          <ac:chgData name="Tanmay Samak" userId="20166025-7f22-4346-9b98-ec55ab787a06" providerId="ADAL" clId="{71CD7D8E-0563-4FFC-84DA-F31E856AE125}" dt="2023-07-31T12:47:33" v="5615" actId="478"/>
          <ac:picMkLst>
            <pc:docMk/>
            <pc:sldMk cId="2539262352" sldId="305"/>
            <ac:picMk id="10" creationId="{C9432FC8-DEA2-7192-5F26-1D75978E66BA}"/>
          </ac:picMkLst>
        </pc:picChg>
        <pc:picChg chg="del">
          <ac:chgData name="Tanmay Samak" userId="20166025-7f22-4346-9b98-ec55ab787a06" providerId="ADAL" clId="{71CD7D8E-0563-4FFC-84DA-F31E856AE125}" dt="2023-07-31T12:47:34.657" v="5616" actId="478"/>
          <ac:picMkLst>
            <pc:docMk/>
            <pc:sldMk cId="2539262352" sldId="305"/>
            <ac:picMk id="11" creationId="{0F95557F-831A-A466-5F0E-1CF26F89B265}"/>
          </ac:picMkLst>
        </pc:picChg>
        <pc:picChg chg="del">
          <ac:chgData name="Tanmay Samak" userId="20166025-7f22-4346-9b98-ec55ab787a06" providerId="ADAL" clId="{71CD7D8E-0563-4FFC-84DA-F31E856AE125}" dt="2023-07-31T12:47:33" v="5615" actId="478"/>
          <ac:picMkLst>
            <pc:docMk/>
            <pc:sldMk cId="2539262352" sldId="305"/>
            <ac:picMk id="1028" creationId="{2ADD1B15-FD88-AB86-B4B4-2DAF06475870}"/>
          </ac:picMkLst>
        </pc:picChg>
        <pc:picChg chg="del">
          <ac:chgData name="Tanmay Samak" userId="20166025-7f22-4346-9b98-ec55ab787a06" providerId="ADAL" clId="{71CD7D8E-0563-4FFC-84DA-F31E856AE125}" dt="2023-07-31T12:47:33" v="5615" actId="478"/>
          <ac:picMkLst>
            <pc:docMk/>
            <pc:sldMk cId="2539262352" sldId="305"/>
            <ac:picMk id="1034" creationId="{8DE579D7-5486-AE02-7F4E-D5E5E38D403E}"/>
          </ac:picMkLst>
        </pc:picChg>
        <pc:cxnChg chg="add mod">
          <ac:chgData name="Tanmay Samak" userId="20166025-7f22-4346-9b98-ec55ab787a06" providerId="ADAL" clId="{71CD7D8E-0563-4FFC-84DA-F31E856AE125}" dt="2023-08-04T04:57:33.765" v="8421"/>
          <ac:cxnSpMkLst>
            <pc:docMk/>
            <pc:sldMk cId="2539262352" sldId="305"/>
            <ac:cxnSpMk id="10" creationId="{8973BD68-C491-4EE4-D380-9C4C39C00C8D}"/>
          </ac:cxnSpMkLst>
        </pc:cxnChg>
        <pc:cxnChg chg="add mod">
          <ac:chgData name="Tanmay Samak" userId="20166025-7f22-4346-9b98-ec55ab787a06" providerId="ADAL" clId="{71CD7D8E-0563-4FFC-84DA-F31E856AE125}" dt="2023-08-04T04:57:33.765" v="8421"/>
          <ac:cxnSpMkLst>
            <pc:docMk/>
            <pc:sldMk cId="2539262352" sldId="305"/>
            <ac:cxnSpMk id="11" creationId="{783A5520-13A8-FF10-34DC-44A759F63442}"/>
          </ac:cxnSpMkLst>
        </pc:cxnChg>
        <pc:cxnChg chg="add mod">
          <ac:chgData name="Tanmay Samak" userId="20166025-7f22-4346-9b98-ec55ab787a06" providerId="ADAL" clId="{71CD7D8E-0563-4FFC-84DA-F31E856AE125}" dt="2023-08-04T04:57:33.765" v="8421"/>
          <ac:cxnSpMkLst>
            <pc:docMk/>
            <pc:sldMk cId="2539262352" sldId="305"/>
            <ac:cxnSpMk id="12" creationId="{08B726A7-1A0B-6094-9091-0833AF0AD77C}"/>
          </ac:cxnSpMkLst>
        </pc:cxnChg>
        <pc:cxnChg chg="add mod">
          <ac:chgData name="Tanmay Samak" userId="20166025-7f22-4346-9b98-ec55ab787a06" providerId="ADAL" clId="{71CD7D8E-0563-4FFC-84DA-F31E856AE125}" dt="2023-08-04T04:57:33.765" v="8421"/>
          <ac:cxnSpMkLst>
            <pc:docMk/>
            <pc:sldMk cId="2539262352" sldId="305"/>
            <ac:cxnSpMk id="13" creationId="{BEC87BEE-ED63-86EE-EE1A-C8C455180767}"/>
          </ac:cxnSpMkLst>
        </pc:cxnChg>
        <pc:cxnChg chg="add mod">
          <ac:chgData name="Tanmay Samak" userId="20166025-7f22-4346-9b98-ec55ab787a06" providerId="ADAL" clId="{71CD7D8E-0563-4FFC-84DA-F31E856AE125}" dt="2023-08-04T04:57:33.765" v="8421"/>
          <ac:cxnSpMkLst>
            <pc:docMk/>
            <pc:sldMk cId="2539262352" sldId="305"/>
            <ac:cxnSpMk id="14" creationId="{94C873DD-6E1D-3C6B-C423-C7212AA69E56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4T23:42:32.128" v="9666"/>
              <pc2:cmMkLst xmlns:pc2="http://schemas.microsoft.com/office/powerpoint/2019/9/main/command">
                <pc:docMk/>
                <pc:sldMk cId="2539262352" sldId="305"/>
                <pc2:cmMk id="{5C4CCC41-1B65-4385-AC51-F115709BC9F4}"/>
              </pc2:cmMkLst>
            </pc226:cmChg>
          </p:ext>
        </pc:extLst>
      </pc:sldChg>
      <pc:sldChg chg="addSp delSp modSp add mod">
        <pc:chgData name="Tanmay Samak" userId="20166025-7f22-4346-9b98-ec55ab787a06" providerId="ADAL" clId="{71CD7D8E-0563-4FFC-84DA-F31E856AE125}" dt="2023-08-04T05:14:12.426" v="8675" actId="2085"/>
        <pc:sldMkLst>
          <pc:docMk/>
          <pc:sldMk cId="2072698210" sldId="306"/>
        </pc:sldMkLst>
        <pc:spChg chg="mod">
          <ac:chgData name="Tanmay Samak" userId="20166025-7f22-4346-9b98-ec55ab787a06" providerId="ADAL" clId="{71CD7D8E-0563-4FFC-84DA-F31E856AE125}" dt="2023-07-31T16:29:45.961" v="6640"/>
          <ac:spMkLst>
            <pc:docMk/>
            <pc:sldMk cId="2072698210" sldId="306"/>
            <ac:spMk id="2" creationId="{844D4E26-B530-D556-4747-3FCE832AFF15}"/>
          </ac:spMkLst>
        </pc:spChg>
        <pc:spChg chg="mod">
          <ac:chgData name="Tanmay Samak" userId="20166025-7f22-4346-9b98-ec55ab787a06" providerId="ADAL" clId="{71CD7D8E-0563-4FFC-84DA-F31E856AE125}" dt="2023-08-03T04:59:35.363" v="6927"/>
          <ac:spMkLst>
            <pc:docMk/>
            <pc:sldMk cId="2072698210" sldId="306"/>
            <ac:spMk id="3" creationId="{20FEE75E-4191-DF81-29B1-94AD70DB3537}"/>
          </ac:spMkLst>
        </pc:spChg>
        <pc:spChg chg="mod">
          <ac:chgData name="Tanmay Samak" userId="20166025-7f22-4346-9b98-ec55ab787a06" providerId="ADAL" clId="{71CD7D8E-0563-4FFC-84DA-F31E856AE125}" dt="2023-08-03T22:45:45.036" v="7082" actId="20577"/>
          <ac:spMkLst>
            <pc:docMk/>
            <pc:sldMk cId="2072698210" sldId="306"/>
            <ac:spMk id="9" creationId="{DE429BF6-6440-3F32-E2B1-B2B4BE39AA82}"/>
          </ac:spMkLst>
        </pc:spChg>
        <pc:spChg chg="add mod">
          <ac:chgData name="Tanmay Samak" userId="20166025-7f22-4346-9b98-ec55ab787a06" providerId="ADAL" clId="{71CD7D8E-0563-4FFC-84DA-F31E856AE125}" dt="2023-08-04T04:57:34.947" v="8422"/>
          <ac:spMkLst>
            <pc:docMk/>
            <pc:sldMk cId="2072698210" sldId="306"/>
            <ac:spMk id="13" creationId="{CC3E076D-79BB-BC36-79E6-962082CE1DBB}"/>
          </ac:spMkLst>
        </pc:spChg>
        <pc:spChg chg="add mod">
          <ac:chgData name="Tanmay Samak" userId="20166025-7f22-4346-9b98-ec55ab787a06" providerId="ADAL" clId="{71CD7D8E-0563-4FFC-84DA-F31E856AE125}" dt="2023-08-04T04:57:34.947" v="8422"/>
          <ac:spMkLst>
            <pc:docMk/>
            <pc:sldMk cId="2072698210" sldId="306"/>
            <ac:spMk id="14" creationId="{2CF7B822-5DEC-DD56-835F-0429BBB6F97D}"/>
          </ac:spMkLst>
        </pc:spChg>
        <pc:spChg chg="add mod">
          <ac:chgData name="Tanmay Samak" userId="20166025-7f22-4346-9b98-ec55ab787a06" providerId="ADAL" clId="{71CD7D8E-0563-4FFC-84DA-F31E856AE125}" dt="2023-08-04T04:57:34.947" v="8422"/>
          <ac:spMkLst>
            <pc:docMk/>
            <pc:sldMk cId="2072698210" sldId="306"/>
            <ac:spMk id="15" creationId="{0F16720D-D70E-16A0-2018-FA6605003D0E}"/>
          </ac:spMkLst>
        </pc:spChg>
        <pc:spChg chg="del">
          <ac:chgData name="Tanmay Samak" userId="20166025-7f22-4346-9b98-ec55ab787a06" providerId="ADAL" clId="{71CD7D8E-0563-4FFC-84DA-F31E856AE125}" dt="2023-07-31T13:12:07.408" v="5716" actId="478"/>
          <ac:spMkLst>
            <pc:docMk/>
            <pc:sldMk cId="2072698210" sldId="306"/>
            <ac:spMk id="15" creationId="{28A9D35D-52AB-190F-F56A-687456385705}"/>
          </ac:spMkLst>
        </pc:spChg>
        <pc:spChg chg="mod">
          <ac:chgData name="Tanmay Samak" userId="20166025-7f22-4346-9b98-ec55ab787a06" providerId="ADAL" clId="{71CD7D8E-0563-4FFC-84DA-F31E856AE125}" dt="2023-08-03T22:45:49.931" v="7084" actId="20577"/>
          <ac:spMkLst>
            <pc:docMk/>
            <pc:sldMk cId="2072698210" sldId="306"/>
            <ac:spMk id="16" creationId="{DEFA4D1F-0BDF-356F-10B0-3CA6ACD84215}"/>
          </ac:spMkLst>
        </pc:spChg>
        <pc:spChg chg="add mod">
          <ac:chgData name="Tanmay Samak" userId="20166025-7f22-4346-9b98-ec55ab787a06" providerId="ADAL" clId="{71CD7D8E-0563-4FFC-84DA-F31E856AE125}" dt="2023-08-04T04:57:34.947" v="8422"/>
          <ac:spMkLst>
            <pc:docMk/>
            <pc:sldMk cId="2072698210" sldId="306"/>
            <ac:spMk id="17" creationId="{4CAB6BA8-FBBB-49F1-F257-51054EF8BD90}"/>
          </ac:spMkLst>
        </pc:spChg>
        <pc:spChg chg="add mod">
          <ac:chgData name="Tanmay Samak" userId="20166025-7f22-4346-9b98-ec55ab787a06" providerId="ADAL" clId="{71CD7D8E-0563-4FFC-84DA-F31E856AE125}" dt="2023-08-04T04:57:34.947" v="8422"/>
          <ac:spMkLst>
            <pc:docMk/>
            <pc:sldMk cId="2072698210" sldId="306"/>
            <ac:spMk id="18" creationId="{D1DEB2F6-3F42-0975-56E4-44AE84E1D4B0}"/>
          </ac:spMkLst>
        </pc:spChg>
        <pc:spChg chg="add mod">
          <ac:chgData name="Tanmay Samak" userId="20166025-7f22-4346-9b98-ec55ab787a06" providerId="ADAL" clId="{71CD7D8E-0563-4FFC-84DA-F31E856AE125}" dt="2023-08-04T04:57:34.947" v="8422"/>
          <ac:spMkLst>
            <pc:docMk/>
            <pc:sldMk cId="2072698210" sldId="306"/>
            <ac:spMk id="19" creationId="{980AF55B-BC5F-9233-9EBC-C3F7F46D0F5F}"/>
          </ac:spMkLst>
        </pc:spChg>
        <pc:spChg chg="add mod">
          <ac:chgData name="Tanmay Samak" userId="20166025-7f22-4346-9b98-ec55ab787a06" providerId="ADAL" clId="{71CD7D8E-0563-4FFC-84DA-F31E856AE125}" dt="2023-08-04T04:57:34.947" v="8422"/>
          <ac:spMkLst>
            <pc:docMk/>
            <pc:sldMk cId="2072698210" sldId="306"/>
            <ac:spMk id="20" creationId="{08A9C88F-179D-7F25-1C3D-E4DBB7405E5A}"/>
          </ac:spMkLst>
        </pc:spChg>
        <pc:spChg chg="add mod">
          <ac:chgData name="Tanmay Samak" userId="20166025-7f22-4346-9b98-ec55ab787a06" providerId="ADAL" clId="{71CD7D8E-0563-4FFC-84DA-F31E856AE125}" dt="2023-08-04T04:57:34.947" v="8422"/>
          <ac:spMkLst>
            <pc:docMk/>
            <pc:sldMk cId="2072698210" sldId="306"/>
            <ac:spMk id="21" creationId="{3B475AC4-C861-051D-3EB6-33F7E716C134}"/>
          </ac:spMkLst>
        </pc:spChg>
        <pc:picChg chg="del">
          <ac:chgData name="Tanmay Samak" userId="20166025-7f22-4346-9b98-ec55ab787a06" providerId="ADAL" clId="{71CD7D8E-0563-4FFC-84DA-F31E856AE125}" dt="2023-07-31T13:11:57.610" v="5712" actId="478"/>
          <ac:picMkLst>
            <pc:docMk/>
            <pc:sldMk cId="2072698210" sldId="306"/>
            <ac:picMk id="6" creationId="{B0362369-A867-1002-4049-D809ACE48B52}"/>
          </ac:picMkLst>
        </pc:picChg>
        <pc:picChg chg="del">
          <ac:chgData name="Tanmay Samak" userId="20166025-7f22-4346-9b98-ec55ab787a06" providerId="ADAL" clId="{71CD7D8E-0563-4FFC-84DA-F31E856AE125}" dt="2023-07-31T13:31:12.048" v="5839" actId="478"/>
          <ac:picMkLst>
            <pc:docMk/>
            <pc:sldMk cId="2072698210" sldId="306"/>
            <ac:picMk id="7" creationId="{DB1ECFAA-AFA9-4193-85C7-FF76C830E6DB}"/>
          </ac:picMkLst>
        </pc:picChg>
        <pc:picChg chg="del">
          <ac:chgData name="Tanmay Samak" userId="20166025-7f22-4346-9b98-ec55ab787a06" providerId="ADAL" clId="{71CD7D8E-0563-4FFC-84DA-F31E856AE125}" dt="2023-07-31T13:12:06.017" v="5715" actId="478"/>
          <ac:picMkLst>
            <pc:docMk/>
            <pc:sldMk cId="2072698210" sldId="306"/>
            <ac:picMk id="8" creationId="{36E8156E-32FA-2E6A-8BA4-4CEE6DEAD3D6}"/>
          </ac:picMkLst>
        </pc:picChg>
        <pc:picChg chg="add del mod">
          <ac:chgData name="Tanmay Samak" userId="20166025-7f22-4346-9b98-ec55ab787a06" providerId="ADAL" clId="{71CD7D8E-0563-4FFC-84DA-F31E856AE125}" dt="2023-08-04T05:14:12.426" v="8675" actId="2085"/>
          <ac:picMkLst>
            <pc:docMk/>
            <pc:sldMk cId="2072698210" sldId="306"/>
            <ac:picMk id="10" creationId="{DAC4E563-AE96-DB0D-C4AF-1DD18DDBE0E4}"/>
          </ac:picMkLst>
        </pc:picChg>
        <pc:picChg chg="add mod">
          <ac:chgData name="Tanmay Samak" userId="20166025-7f22-4346-9b98-ec55ab787a06" providerId="ADAL" clId="{71CD7D8E-0563-4FFC-84DA-F31E856AE125}" dt="2023-08-04T05:14:12.426" v="8675" actId="2085"/>
          <ac:picMkLst>
            <pc:docMk/>
            <pc:sldMk cId="2072698210" sldId="306"/>
            <ac:picMk id="2050" creationId="{2C58AE5A-AD38-4072-7D4B-69D6F9F731CA}"/>
          </ac:picMkLst>
        </pc:picChg>
        <pc:picChg chg="add del mod">
          <ac:chgData name="Tanmay Samak" userId="20166025-7f22-4346-9b98-ec55ab787a06" providerId="ADAL" clId="{71CD7D8E-0563-4FFC-84DA-F31E856AE125}" dt="2023-07-31T13:37:15.013" v="5903" actId="478"/>
          <ac:picMkLst>
            <pc:docMk/>
            <pc:sldMk cId="2072698210" sldId="306"/>
            <ac:picMk id="2052" creationId="{AF445231-A8EB-101B-E326-19DF8A162B26}"/>
          </ac:picMkLst>
        </pc:picChg>
        <pc:cxnChg chg="add mod">
          <ac:chgData name="Tanmay Samak" userId="20166025-7f22-4346-9b98-ec55ab787a06" providerId="ADAL" clId="{71CD7D8E-0563-4FFC-84DA-F31E856AE125}" dt="2023-08-04T04:57:34.947" v="8422"/>
          <ac:cxnSpMkLst>
            <pc:docMk/>
            <pc:sldMk cId="2072698210" sldId="306"/>
            <ac:cxnSpMk id="6" creationId="{1859DEC2-AFB3-8FED-E914-1819C934C001}"/>
          </ac:cxnSpMkLst>
        </pc:cxnChg>
        <pc:cxnChg chg="add mod">
          <ac:chgData name="Tanmay Samak" userId="20166025-7f22-4346-9b98-ec55ab787a06" providerId="ADAL" clId="{71CD7D8E-0563-4FFC-84DA-F31E856AE125}" dt="2023-08-04T04:57:34.947" v="8422"/>
          <ac:cxnSpMkLst>
            <pc:docMk/>
            <pc:sldMk cId="2072698210" sldId="306"/>
            <ac:cxnSpMk id="7" creationId="{401B0407-3386-32DE-9DF1-20B7D3EAB1B4}"/>
          </ac:cxnSpMkLst>
        </pc:cxnChg>
        <pc:cxnChg chg="add mod">
          <ac:chgData name="Tanmay Samak" userId="20166025-7f22-4346-9b98-ec55ab787a06" providerId="ADAL" clId="{71CD7D8E-0563-4FFC-84DA-F31E856AE125}" dt="2023-08-04T04:57:34.947" v="8422"/>
          <ac:cxnSpMkLst>
            <pc:docMk/>
            <pc:sldMk cId="2072698210" sldId="306"/>
            <ac:cxnSpMk id="8" creationId="{A9F910DF-B66B-2532-CCEC-55DD41A35047}"/>
          </ac:cxnSpMkLst>
        </pc:cxnChg>
        <pc:cxnChg chg="add mod">
          <ac:chgData name="Tanmay Samak" userId="20166025-7f22-4346-9b98-ec55ab787a06" providerId="ADAL" clId="{71CD7D8E-0563-4FFC-84DA-F31E856AE125}" dt="2023-08-04T04:57:34.947" v="8422"/>
          <ac:cxnSpMkLst>
            <pc:docMk/>
            <pc:sldMk cId="2072698210" sldId="306"/>
            <ac:cxnSpMk id="11" creationId="{15E93BEF-35C0-1338-4891-B865F7B8DB4E}"/>
          </ac:cxnSpMkLst>
        </pc:cxnChg>
        <pc:cxnChg chg="add mod">
          <ac:chgData name="Tanmay Samak" userId="20166025-7f22-4346-9b98-ec55ab787a06" providerId="ADAL" clId="{71CD7D8E-0563-4FFC-84DA-F31E856AE125}" dt="2023-08-04T04:57:34.947" v="8422"/>
          <ac:cxnSpMkLst>
            <pc:docMk/>
            <pc:sldMk cId="2072698210" sldId="306"/>
            <ac:cxnSpMk id="12" creationId="{C29A4A00-8281-D537-73BF-72A4DF2DE5F6}"/>
          </ac:cxnSpMkLst>
        </pc:cxnChg>
      </pc:sldChg>
      <pc:sldChg chg="modSp add mod">
        <pc:chgData name="Tanmay Samak" userId="20166025-7f22-4346-9b98-ec55ab787a06" providerId="ADAL" clId="{71CD7D8E-0563-4FFC-84DA-F31E856AE125}" dt="2023-08-03T22:45:19.477" v="7068" actId="21"/>
        <pc:sldMkLst>
          <pc:docMk/>
          <pc:sldMk cId="4252378395" sldId="307"/>
        </pc:sldMkLst>
        <pc:spChg chg="mod">
          <ac:chgData name="Tanmay Samak" userId="20166025-7f22-4346-9b98-ec55ab787a06" providerId="ADAL" clId="{71CD7D8E-0563-4FFC-84DA-F31E856AE125}" dt="2023-08-03T22:45:19.477" v="7068" actId="21"/>
          <ac:spMkLst>
            <pc:docMk/>
            <pc:sldMk cId="4252378395" sldId="307"/>
            <ac:spMk id="3" creationId="{19F2D61E-BBDD-019A-A6F5-CF5FB6BE754B}"/>
          </ac:spMkLst>
        </pc:spChg>
      </pc:sldChg>
      <pc:sldChg chg="addSp delSp modSp add mod">
        <pc:chgData name="Tanmay Samak" userId="20166025-7f22-4346-9b98-ec55ab787a06" providerId="ADAL" clId="{71CD7D8E-0563-4FFC-84DA-F31E856AE125}" dt="2023-08-04T05:14:08.604" v="8674" actId="2085"/>
        <pc:sldMkLst>
          <pc:docMk/>
          <pc:sldMk cId="532219676" sldId="308"/>
        </pc:sldMkLst>
        <pc:spChg chg="mod">
          <ac:chgData name="Tanmay Samak" userId="20166025-7f22-4346-9b98-ec55ab787a06" providerId="ADAL" clId="{71CD7D8E-0563-4FFC-84DA-F31E856AE125}" dt="2023-07-31T16:29:49.219" v="6642"/>
          <ac:spMkLst>
            <pc:docMk/>
            <pc:sldMk cId="532219676" sldId="308"/>
            <ac:spMk id="2" creationId="{844D4E26-B530-D556-4747-3FCE832AFF15}"/>
          </ac:spMkLst>
        </pc:spChg>
        <pc:spChg chg="mod">
          <ac:chgData name="Tanmay Samak" userId="20166025-7f22-4346-9b98-ec55ab787a06" providerId="ADAL" clId="{71CD7D8E-0563-4FFC-84DA-F31E856AE125}" dt="2023-08-03T04:59:30.575" v="6926"/>
          <ac:spMkLst>
            <pc:docMk/>
            <pc:sldMk cId="532219676" sldId="308"/>
            <ac:spMk id="3" creationId="{20FEE75E-4191-DF81-29B1-94AD70DB3537}"/>
          </ac:spMkLst>
        </pc:spChg>
        <pc:spChg chg="del">
          <ac:chgData name="Tanmay Samak" userId="20166025-7f22-4346-9b98-ec55ab787a06" providerId="ADAL" clId="{71CD7D8E-0563-4FFC-84DA-F31E856AE125}" dt="2023-07-31T15:19:02.796" v="6079" actId="478"/>
          <ac:spMkLst>
            <pc:docMk/>
            <pc:sldMk cId="532219676" sldId="308"/>
            <ac:spMk id="9" creationId="{DE429BF6-6440-3F32-E2B1-B2B4BE39AA82}"/>
          </ac:spMkLst>
        </pc:spChg>
        <pc:spChg chg="add mod">
          <ac:chgData name="Tanmay Samak" userId="20166025-7f22-4346-9b98-ec55ab787a06" providerId="ADAL" clId="{71CD7D8E-0563-4FFC-84DA-F31E856AE125}" dt="2023-08-04T04:57:36.226" v="8423"/>
          <ac:spMkLst>
            <pc:docMk/>
            <pc:sldMk cId="532219676" sldId="308"/>
            <ac:spMk id="13" creationId="{0578C620-A5D3-091B-8EA2-1A3B2F7F84F0}"/>
          </ac:spMkLst>
        </pc:spChg>
        <pc:spChg chg="add mod">
          <ac:chgData name="Tanmay Samak" userId="20166025-7f22-4346-9b98-ec55ab787a06" providerId="ADAL" clId="{71CD7D8E-0563-4FFC-84DA-F31E856AE125}" dt="2023-08-04T04:57:36.226" v="8423"/>
          <ac:spMkLst>
            <pc:docMk/>
            <pc:sldMk cId="532219676" sldId="308"/>
            <ac:spMk id="14" creationId="{C20048EA-B7ED-D1F3-D1E9-AF9EA171569B}"/>
          </ac:spMkLst>
        </pc:spChg>
        <pc:spChg chg="add mod">
          <ac:chgData name="Tanmay Samak" userId="20166025-7f22-4346-9b98-ec55ab787a06" providerId="ADAL" clId="{71CD7D8E-0563-4FFC-84DA-F31E856AE125}" dt="2023-08-04T04:57:36.226" v="8423"/>
          <ac:spMkLst>
            <pc:docMk/>
            <pc:sldMk cId="532219676" sldId="308"/>
            <ac:spMk id="15" creationId="{A10E31C5-2105-C53B-EF2F-E7743F5C8F20}"/>
          </ac:spMkLst>
        </pc:spChg>
        <pc:spChg chg="mod">
          <ac:chgData name="Tanmay Samak" userId="20166025-7f22-4346-9b98-ec55ab787a06" providerId="ADAL" clId="{71CD7D8E-0563-4FFC-84DA-F31E856AE125}" dt="2023-08-03T22:45:53.147" v="7085" actId="20577"/>
          <ac:spMkLst>
            <pc:docMk/>
            <pc:sldMk cId="532219676" sldId="308"/>
            <ac:spMk id="16" creationId="{DEFA4D1F-0BDF-356F-10B0-3CA6ACD84215}"/>
          </ac:spMkLst>
        </pc:spChg>
        <pc:spChg chg="add mod">
          <ac:chgData name="Tanmay Samak" userId="20166025-7f22-4346-9b98-ec55ab787a06" providerId="ADAL" clId="{71CD7D8E-0563-4FFC-84DA-F31E856AE125}" dt="2023-08-04T04:57:36.226" v="8423"/>
          <ac:spMkLst>
            <pc:docMk/>
            <pc:sldMk cId="532219676" sldId="308"/>
            <ac:spMk id="17" creationId="{7684F8F3-BA6E-4F35-2682-6506CACA6812}"/>
          </ac:spMkLst>
        </pc:spChg>
        <pc:spChg chg="add mod">
          <ac:chgData name="Tanmay Samak" userId="20166025-7f22-4346-9b98-ec55ab787a06" providerId="ADAL" clId="{71CD7D8E-0563-4FFC-84DA-F31E856AE125}" dt="2023-08-04T04:57:36.226" v="8423"/>
          <ac:spMkLst>
            <pc:docMk/>
            <pc:sldMk cId="532219676" sldId="308"/>
            <ac:spMk id="18" creationId="{CB3690B7-06A4-C686-2C12-9AF60452ADC4}"/>
          </ac:spMkLst>
        </pc:spChg>
        <pc:spChg chg="add mod">
          <ac:chgData name="Tanmay Samak" userId="20166025-7f22-4346-9b98-ec55ab787a06" providerId="ADAL" clId="{71CD7D8E-0563-4FFC-84DA-F31E856AE125}" dt="2023-08-04T04:57:36.226" v="8423"/>
          <ac:spMkLst>
            <pc:docMk/>
            <pc:sldMk cId="532219676" sldId="308"/>
            <ac:spMk id="19" creationId="{C1376909-632A-FAB3-3C4C-A2B7EC0EAAC5}"/>
          </ac:spMkLst>
        </pc:spChg>
        <pc:spChg chg="add mod">
          <ac:chgData name="Tanmay Samak" userId="20166025-7f22-4346-9b98-ec55ab787a06" providerId="ADAL" clId="{71CD7D8E-0563-4FFC-84DA-F31E856AE125}" dt="2023-08-04T04:57:36.226" v="8423"/>
          <ac:spMkLst>
            <pc:docMk/>
            <pc:sldMk cId="532219676" sldId="308"/>
            <ac:spMk id="20" creationId="{324249C0-2685-E0BE-2A8D-4105082E3D78}"/>
          </ac:spMkLst>
        </pc:spChg>
        <pc:spChg chg="add mod">
          <ac:chgData name="Tanmay Samak" userId="20166025-7f22-4346-9b98-ec55ab787a06" providerId="ADAL" clId="{71CD7D8E-0563-4FFC-84DA-F31E856AE125}" dt="2023-08-04T04:57:36.226" v="8423"/>
          <ac:spMkLst>
            <pc:docMk/>
            <pc:sldMk cId="532219676" sldId="308"/>
            <ac:spMk id="21" creationId="{801B7C02-005E-D092-8E38-62FB592CF9CA}"/>
          </ac:spMkLst>
        </pc:spChg>
        <pc:graphicFrameChg chg="add del mod">
          <ac:chgData name="Tanmay Samak" userId="20166025-7f22-4346-9b98-ec55ab787a06" providerId="ADAL" clId="{71CD7D8E-0563-4FFC-84DA-F31E856AE125}" dt="2023-07-31T15:18:18.739" v="6067"/>
          <ac:graphicFrameMkLst>
            <pc:docMk/>
            <pc:sldMk cId="532219676" sldId="308"/>
            <ac:graphicFrameMk id="7" creationId="{AAEBB820-32B7-D63F-B219-5E6F4ABDFFBB}"/>
          </ac:graphicFrameMkLst>
        </pc:graphicFrameChg>
        <pc:graphicFrameChg chg="add del mod">
          <ac:chgData name="Tanmay Samak" userId="20166025-7f22-4346-9b98-ec55ab787a06" providerId="ADAL" clId="{71CD7D8E-0563-4FFC-84DA-F31E856AE125}" dt="2023-07-31T15:18:47.221" v="6074"/>
          <ac:graphicFrameMkLst>
            <pc:docMk/>
            <pc:sldMk cId="532219676" sldId="308"/>
            <ac:graphicFrameMk id="11" creationId="{F15B1B9B-0509-987D-F59C-D1794B200DFA}"/>
          </ac:graphicFrameMkLst>
        </pc:graphicFrameChg>
        <pc:picChg chg="add del">
          <ac:chgData name="Tanmay Samak" userId="20166025-7f22-4346-9b98-ec55ab787a06" providerId="ADAL" clId="{71CD7D8E-0563-4FFC-84DA-F31E856AE125}" dt="2023-07-31T15:18:18.240" v="6064" actId="478"/>
          <ac:picMkLst>
            <pc:docMk/>
            <pc:sldMk cId="532219676" sldId="308"/>
            <ac:picMk id="6" creationId="{A823F939-0071-4208-7C61-BC5C619C65A2}"/>
          </ac:picMkLst>
        </pc:picChg>
        <pc:picChg chg="add mod">
          <ac:chgData name="Tanmay Samak" userId="20166025-7f22-4346-9b98-ec55ab787a06" providerId="ADAL" clId="{71CD7D8E-0563-4FFC-84DA-F31E856AE125}" dt="2023-08-04T05:14:08.604" v="8674" actId="2085"/>
          <ac:picMkLst>
            <pc:docMk/>
            <pc:sldMk cId="532219676" sldId="308"/>
            <ac:picMk id="8" creationId="{0C567C4D-35CC-2614-0CE1-E760389DFE94}"/>
          </ac:picMkLst>
        </pc:picChg>
        <pc:picChg chg="del">
          <ac:chgData name="Tanmay Samak" userId="20166025-7f22-4346-9b98-ec55ab787a06" providerId="ADAL" clId="{71CD7D8E-0563-4FFC-84DA-F31E856AE125}" dt="2023-07-31T15:19:03.456" v="6080" actId="478"/>
          <ac:picMkLst>
            <pc:docMk/>
            <pc:sldMk cId="532219676" sldId="308"/>
            <ac:picMk id="10" creationId="{DAC4E563-AE96-DB0D-C4AF-1DD18DDBE0E4}"/>
          </ac:picMkLst>
        </pc:picChg>
        <pc:picChg chg="add mod">
          <ac:chgData name="Tanmay Samak" userId="20166025-7f22-4346-9b98-ec55ab787a06" providerId="ADAL" clId="{71CD7D8E-0563-4FFC-84DA-F31E856AE125}" dt="2023-08-04T05:14:08.604" v="8674" actId="2085"/>
          <ac:picMkLst>
            <pc:docMk/>
            <pc:sldMk cId="532219676" sldId="308"/>
            <ac:picMk id="12" creationId="{852762F5-8BAB-B135-9CD5-70634A1E76E9}"/>
          </ac:picMkLst>
        </pc:picChg>
        <pc:picChg chg="del">
          <ac:chgData name="Tanmay Samak" userId="20166025-7f22-4346-9b98-ec55ab787a06" providerId="ADAL" clId="{71CD7D8E-0563-4FFC-84DA-F31E856AE125}" dt="2023-07-31T15:18:59.210" v="6077" actId="478"/>
          <ac:picMkLst>
            <pc:docMk/>
            <pc:sldMk cId="532219676" sldId="308"/>
            <ac:picMk id="2050" creationId="{2C58AE5A-AD38-4072-7D4B-69D6F9F731CA}"/>
          </ac:picMkLst>
        </pc:picChg>
        <pc:picChg chg="add del mod">
          <ac:chgData name="Tanmay Samak" userId="20166025-7f22-4346-9b98-ec55ab787a06" providerId="ADAL" clId="{71CD7D8E-0563-4FFC-84DA-F31E856AE125}" dt="2023-07-31T14:03:05.421" v="6060" actId="478"/>
          <ac:picMkLst>
            <pc:docMk/>
            <pc:sldMk cId="532219676" sldId="308"/>
            <ac:picMk id="4098" creationId="{804C79A3-26C4-BBEB-CFF8-ECD2E3AD522B}"/>
          </ac:picMkLst>
        </pc:picChg>
        <pc:cxnChg chg="add mod">
          <ac:chgData name="Tanmay Samak" userId="20166025-7f22-4346-9b98-ec55ab787a06" providerId="ADAL" clId="{71CD7D8E-0563-4FFC-84DA-F31E856AE125}" dt="2023-08-04T04:57:36.226" v="8423"/>
          <ac:cxnSpMkLst>
            <pc:docMk/>
            <pc:sldMk cId="532219676" sldId="308"/>
            <ac:cxnSpMk id="6" creationId="{D7E3E1CB-0ABB-12AE-8D54-64F175E3CFE8}"/>
          </ac:cxnSpMkLst>
        </pc:cxnChg>
        <pc:cxnChg chg="add mod">
          <ac:chgData name="Tanmay Samak" userId="20166025-7f22-4346-9b98-ec55ab787a06" providerId="ADAL" clId="{71CD7D8E-0563-4FFC-84DA-F31E856AE125}" dt="2023-08-04T04:57:36.226" v="8423"/>
          <ac:cxnSpMkLst>
            <pc:docMk/>
            <pc:sldMk cId="532219676" sldId="308"/>
            <ac:cxnSpMk id="7" creationId="{5A7A8A81-C409-CD2B-1252-B4434C36BC9A}"/>
          </ac:cxnSpMkLst>
        </pc:cxnChg>
        <pc:cxnChg chg="add mod">
          <ac:chgData name="Tanmay Samak" userId="20166025-7f22-4346-9b98-ec55ab787a06" providerId="ADAL" clId="{71CD7D8E-0563-4FFC-84DA-F31E856AE125}" dt="2023-08-04T04:57:36.226" v="8423"/>
          <ac:cxnSpMkLst>
            <pc:docMk/>
            <pc:sldMk cId="532219676" sldId="308"/>
            <ac:cxnSpMk id="9" creationId="{DD689C3B-F94F-5A3B-2BC5-959B3F994F3C}"/>
          </ac:cxnSpMkLst>
        </pc:cxnChg>
        <pc:cxnChg chg="add mod">
          <ac:chgData name="Tanmay Samak" userId="20166025-7f22-4346-9b98-ec55ab787a06" providerId="ADAL" clId="{71CD7D8E-0563-4FFC-84DA-F31E856AE125}" dt="2023-08-04T04:57:36.226" v="8423"/>
          <ac:cxnSpMkLst>
            <pc:docMk/>
            <pc:sldMk cId="532219676" sldId="308"/>
            <ac:cxnSpMk id="10" creationId="{427CE3DF-D997-A645-823F-BDFDC4DA415F}"/>
          </ac:cxnSpMkLst>
        </pc:cxnChg>
        <pc:cxnChg chg="add mod">
          <ac:chgData name="Tanmay Samak" userId="20166025-7f22-4346-9b98-ec55ab787a06" providerId="ADAL" clId="{71CD7D8E-0563-4FFC-84DA-F31E856AE125}" dt="2023-08-04T04:57:36.226" v="8423"/>
          <ac:cxnSpMkLst>
            <pc:docMk/>
            <pc:sldMk cId="532219676" sldId="308"/>
            <ac:cxnSpMk id="11" creationId="{EF7765E4-BEEF-0418-53EF-DE94E925EEF6}"/>
          </ac:cxnSpMkLst>
        </pc:cxnChg>
      </pc:sldChg>
      <pc:sldChg chg="addSp delSp modSp add mod">
        <pc:chgData name="Tanmay Samak" userId="20166025-7f22-4346-9b98-ec55ab787a06" providerId="ADAL" clId="{71CD7D8E-0563-4FFC-84DA-F31E856AE125}" dt="2023-08-04T05:14:04.554" v="8673" actId="2085"/>
        <pc:sldMkLst>
          <pc:docMk/>
          <pc:sldMk cId="1061639862" sldId="309"/>
        </pc:sldMkLst>
        <pc:spChg chg="mod">
          <ac:chgData name="Tanmay Samak" userId="20166025-7f22-4346-9b98-ec55ab787a06" providerId="ADAL" clId="{71CD7D8E-0563-4FFC-84DA-F31E856AE125}" dt="2023-07-31T16:29:51.986" v="6644"/>
          <ac:spMkLst>
            <pc:docMk/>
            <pc:sldMk cId="1061639862" sldId="309"/>
            <ac:spMk id="2" creationId="{844D4E26-B530-D556-4747-3FCE832AFF15}"/>
          </ac:spMkLst>
        </pc:spChg>
        <pc:spChg chg="mod">
          <ac:chgData name="Tanmay Samak" userId="20166025-7f22-4346-9b98-ec55ab787a06" providerId="ADAL" clId="{71CD7D8E-0563-4FFC-84DA-F31E856AE125}" dt="2023-08-03T04:59:25.594" v="6925"/>
          <ac:spMkLst>
            <pc:docMk/>
            <pc:sldMk cId="1061639862" sldId="309"/>
            <ac:spMk id="3" creationId="{20FEE75E-4191-DF81-29B1-94AD70DB3537}"/>
          </ac:spMkLst>
        </pc:spChg>
        <pc:spChg chg="del">
          <ac:chgData name="Tanmay Samak" userId="20166025-7f22-4346-9b98-ec55ab787a06" providerId="ADAL" clId="{71CD7D8E-0563-4FFC-84DA-F31E856AE125}" dt="2023-07-31T15:28:58.046" v="6252" actId="478"/>
          <ac:spMkLst>
            <pc:docMk/>
            <pc:sldMk cId="1061639862" sldId="309"/>
            <ac:spMk id="9" creationId="{DE429BF6-6440-3F32-E2B1-B2B4BE39AA82}"/>
          </ac:spMkLst>
        </pc:spChg>
        <pc:spChg chg="add mod">
          <ac:chgData name="Tanmay Samak" userId="20166025-7f22-4346-9b98-ec55ab787a06" providerId="ADAL" clId="{71CD7D8E-0563-4FFC-84DA-F31E856AE125}" dt="2023-08-04T04:57:38.011" v="8424"/>
          <ac:spMkLst>
            <pc:docMk/>
            <pc:sldMk cId="1061639862" sldId="309"/>
            <ac:spMk id="11" creationId="{ECB7B0F8-BA15-ED7A-7C67-EF4EFD29F0AA}"/>
          </ac:spMkLst>
        </pc:spChg>
        <pc:spChg chg="add mod">
          <ac:chgData name="Tanmay Samak" userId="20166025-7f22-4346-9b98-ec55ab787a06" providerId="ADAL" clId="{71CD7D8E-0563-4FFC-84DA-F31E856AE125}" dt="2023-08-04T04:57:38.011" v="8424"/>
          <ac:spMkLst>
            <pc:docMk/>
            <pc:sldMk cId="1061639862" sldId="309"/>
            <ac:spMk id="12" creationId="{5BBE7398-621E-4C55-AB94-F70D6FFED231}"/>
          </ac:spMkLst>
        </pc:spChg>
        <pc:spChg chg="add mod">
          <ac:chgData name="Tanmay Samak" userId="20166025-7f22-4346-9b98-ec55ab787a06" providerId="ADAL" clId="{71CD7D8E-0563-4FFC-84DA-F31E856AE125}" dt="2023-08-04T04:57:38.011" v="8424"/>
          <ac:spMkLst>
            <pc:docMk/>
            <pc:sldMk cId="1061639862" sldId="309"/>
            <ac:spMk id="13" creationId="{3C83AE12-94AA-4279-8733-4D09845E6643}"/>
          </ac:spMkLst>
        </pc:spChg>
        <pc:spChg chg="add mod">
          <ac:chgData name="Tanmay Samak" userId="20166025-7f22-4346-9b98-ec55ab787a06" providerId="ADAL" clId="{71CD7D8E-0563-4FFC-84DA-F31E856AE125}" dt="2023-08-04T04:57:38.011" v="8424"/>
          <ac:spMkLst>
            <pc:docMk/>
            <pc:sldMk cId="1061639862" sldId="309"/>
            <ac:spMk id="14" creationId="{6069D8C6-C097-5B9A-5CDA-2846C10B9940}"/>
          </ac:spMkLst>
        </pc:spChg>
        <pc:spChg chg="add mod">
          <ac:chgData name="Tanmay Samak" userId="20166025-7f22-4346-9b98-ec55ab787a06" providerId="ADAL" clId="{71CD7D8E-0563-4FFC-84DA-F31E856AE125}" dt="2023-08-04T04:57:38.011" v="8424"/>
          <ac:spMkLst>
            <pc:docMk/>
            <pc:sldMk cId="1061639862" sldId="309"/>
            <ac:spMk id="15" creationId="{CF915DE9-60CA-3EDB-BBAB-666608A6F887}"/>
          </ac:spMkLst>
        </pc:spChg>
        <pc:spChg chg="mod">
          <ac:chgData name="Tanmay Samak" userId="20166025-7f22-4346-9b98-ec55ab787a06" providerId="ADAL" clId="{71CD7D8E-0563-4FFC-84DA-F31E856AE125}" dt="2023-08-03T22:45:58.442" v="7087" actId="20577"/>
          <ac:spMkLst>
            <pc:docMk/>
            <pc:sldMk cId="1061639862" sldId="309"/>
            <ac:spMk id="16" creationId="{DEFA4D1F-0BDF-356F-10B0-3CA6ACD84215}"/>
          </ac:spMkLst>
        </pc:spChg>
        <pc:spChg chg="add mod">
          <ac:chgData name="Tanmay Samak" userId="20166025-7f22-4346-9b98-ec55ab787a06" providerId="ADAL" clId="{71CD7D8E-0563-4FFC-84DA-F31E856AE125}" dt="2023-08-04T04:57:38.011" v="8424"/>
          <ac:spMkLst>
            <pc:docMk/>
            <pc:sldMk cId="1061639862" sldId="309"/>
            <ac:spMk id="17" creationId="{29F097ED-4F91-2D81-05F6-3A29C6652746}"/>
          </ac:spMkLst>
        </pc:spChg>
        <pc:spChg chg="add mod">
          <ac:chgData name="Tanmay Samak" userId="20166025-7f22-4346-9b98-ec55ab787a06" providerId="ADAL" clId="{71CD7D8E-0563-4FFC-84DA-F31E856AE125}" dt="2023-08-04T04:57:38.011" v="8424"/>
          <ac:spMkLst>
            <pc:docMk/>
            <pc:sldMk cId="1061639862" sldId="309"/>
            <ac:spMk id="18" creationId="{67867AFE-09E3-5A99-A654-7DB9B65DE765}"/>
          </ac:spMkLst>
        </pc:spChg>
        <pc:spChg chg="add mod">
          <ac:chgData name="Tanmay Samak" userId="20166025-7f22-4346-9b98-ec55ab787a06" providerId="ADAL" clId="{71CD7D8E-0563-4FFC-84DA-F31E856AE125}" dt="2023-08-04T04:57:38.011" v="8424"/>
          <ac:spMkLst>
            <pc:docMk/>
            <pc:sldMk cId="1061639862" sldId="309"/>
            <ac:spMk id="19" creationId="{4EB4DCA8-3D77-2871-A8B5-C5A64133564E}"/>
          </ac:spMkLst>
        </pc:spChg>
        <pc:picChg chg="del">
          <ac:chgData name="Tanmay Samak" userId="20166025-7f22-4346-9b98-ec55ab787a06" providerId="ADAL" clId="{71CD7D8E-0563-4FFC-84DA-F31E856AE125}" dt="2023-07-31T15:28:58.724" v="6253" actId="478"/>
          <ac:picMkLst>
            <pc:docMk/>
            <pc:sldMk cId="1061639862" sldId="309"/>
            <ac:picMk id="10" creationId="{DAC4E563-AE96-DB0D-C4AF-1DD18DDBE0E4}"/>
          </ac:picMkLst>
        </pc:picChg>
        <pc:picChg chg="del">
          <ac:chgData name="Tanmay Samak" userId="20166025-7f22-4346-9b98-ec55ab787a06" providerId="ADAL" clId="{71CD7D8E-0563-4FFC-84DA-F31E856AE125}" dt="2023-07-31T15:28:56.330" v="6251" actId="478"/>
          <ac:picMkLst>
            <pc:docMk/>
            <pc:sldMk cId="1061639862" sldId="309"/>
            <ac:picMk id="2050" creationId="{2C58AE5A-AD38-4072-7D4B-69D6F9F731CA}"/>
          </ac:picMkLst>
        </pc:picChg>
        <pc:picChg chg="mod">
          <ac:chgData name="Tanmay Samak" userId="20166025-7f22-4346-9b98-ec55ab787a06" providerId="ADAL" clId="{71CD7D8E-0563-4FFC-84DA-F31E856AE125}" dt="2023-08-04T05:14:04.554" v="8673" actId="2085"/>
          <ac:picMkLst>
            <pc:docMk/>
            <pc:sldMk cId="1061639862" sldId="309"/>
            <ac:picMk id="4098" creationId="{804C79A3-26C4-BBEB-CFF8-ECD2E3AD522B}"/>
          </ac:picMkLst>
        </pc:picChg>
        <pc:cxnChg chg="add mod">
          <ac:chgData name="Tanmay Samak" userId="20166025-7f22-4346-9b98-ec55ab787a06" providerId="ADAL" clId="{71CD7D8E-0563-4FFC-84DA-F31E856AE125}" dt="2023-08-04T04:57:38.011" v="8424"/>
          <ac:cxnSpMkLst>
            <pc:docMk/>
            <pc:sldMk cId="1061639862" sldId="309"/>
            <ac:cxnSpMk id="6" creationId="{FF680AF7-CC1E-5C96-4C51-53950BE65342}"/>
          </ac:cxnSpMkLst>
        </pc:cxnChg>
        <pc:cxnChg chg="add mod">
          <ac:chgData name="Tanmay Samak" userId="20166025-7f22-4346-9b98-ec55ab787a06" providerId="ADAL" clId="{71CD7D8E-0563-4FFC-84DA-F31E856AE125}" dt="2023-08-04T04:57:38.011" v="8424"/>
          <ac:cxnSpMkLst>
            <pc:docMk/>
            <pc:sldMk cId="1061639862" sldId="309"/>
            <ac:cxnSpMk id="7" creationId="{73DF584B-3A84-4C20-0794-8D275F4861B4}"/>
          </ac:cxnSpMkLst>
        </pc:cxnChg>
        <pc:cxnChg chg="add mod">
          <ac:chgData name="Tanmay Samak" userId="20166025-7f22-4346-9b98-ec55ab787a06" providerId="ADAL" clId="{71CD7D8E-0563-4FFC-84DA-F31E856AE125}" dt="2023-08-04T04:57:38.011" v="8424"/>
          <ac:cxnSpMkLst>
            <pc:docMk/>
            <pc:sldMk cId="1061639862" sldId="309"/>
            <ac:cxnSpMk id="8" creationId="{A7911A06-4633-CF85-3B8A-EA03E6D5E7AB}"/>
          </ac:cxnSpMkLst>
        </pc:cxnChg>
        <pc:cxnChg chg="add mod">
          <ac:chgData name="Tanmay Samak" userId="20166025-7f22-4346-9b98-ec55ab787a06" providerId="ADAL" clId="{71CD7D8E-0563-4FFC-84DA-F31E856AE125}" dt="2023-08-04T04:57:38.011" v="8424"/>
          <ac:cxnSpMkLst>
            <pc:docMk/>
            <pc:sldMk cId="1061639862" sldId="309"/>
            <ac:cxnSpMk id="9" creationId="{2BA14D96-AD8D-60CD-D58B-0C1280BA166B}"/>
          </ac:cxnSpMkLst>
        </pc:cxnChg>
        <pc:cxnChg chg="add mod">
          <ac:chgData name="Tanmay Samak" userId="20166025-7f22-4346-9b98-ec55ab787a06" providerId="ADAL" clId="{71CD7D8E-0563-4FFC-84DA-F31E856AE125}" dt="2023-08-04T04:57:38.011" v="8424"/>
          <ac:cxnSpMkLst>
            <pc:docMk/>
            <pc:sldMk cId="1061639862" sldId="309"/>
            <ac:cxnSpMk id="10" creationId="{7FBB3797-8545-3A7B-DF69-1C130E1C2E2C}"/>
          </ac:cxnSpMkLst>
        </pc:cxnChg>
      </pc:sldChg>
      <pc:sldChg chg="addSp delSp modSp add mod">
        <pc:chgData name="Tanmay Samak" userId="20166025-7f22-4346-9b98-ec55ab787a06" providerId="ADAL" clId="{71CD7D8E-0563-4FFC-84DA-F31E856AE125}" dt="2023-08-04T05:13:59.663" v="8672" actId="2085"/>
        <pc:sldMkLst>
          <pc:docMk/>
          <pc:sldMk cId="2838602902" sldId="310"/>
        </pc:sldMkLst>
        <pc:spChg chg="mod">
          <ac:chgData name="Tanmay Samak" userId="20166025-7f22-4346-9b98-ec55ab787a06" providerId="ADAL" clId="{71CD7D8E-0563-4FFC-84DA-F31E856AE125}" dt="2023-07-31T16:29:54.230" v="6646"/>
          <ac:spMkLst>
            <pc:docMk/>
            <pc:sldMk cId="2838602902" sldId="310"/>
            <ac:spMk id="2" creationId="{844D4E26-B530-D556-4747-3FCE832AFF15}"/>
          </ac:spMkLst>
        </pc:spChg>
        <pc:spChg chg="mod">
          <ac:chgData name="Tanmay Samak" userId="20166025-7f22-4346-9b98-ec55ab787a06" providerId="ADAL" clId="{71CD7D8E-0563-4FFC-84DA-F31E856AE125}" dt="2023-08-03T04:59:02.681" v="6924" actId="20577"/>
          <ac:spMkLst>
            <pc:docMk/>
            <pc:sldMk cId="2838602902" sldId="310"/>
            <ac:spMk id="3" creationId="{20FEE75E-4191-DF81-29B1-94AD70DB3537}"/>
          </ac:spMkLst>
        </pc:spChg>
        <pc:spChg chg="add mod">
          <ac:chgData name="Tanmay Samak" userId="20166025-7f22-4346-9b98-ec55ab787a06" providerId="ADAL" clId="{71CD7D8E-0563-4FFC-84DA-F31E856AE125}" dt="2023-07-31T16:05:25.648" v="6413" actId="693"/>
          <ac:spMkLst>
            <pc:docMk/>
            <pc:sldMk cId="2838602902" sldId="310"/>
            <ac:spMk id="8" creationId="{4E5DBD71-5FF8-20FC-0267-11A48F10A002}"/>
          </ac:spMkLst>
        </pc:spChg>
        <pc:spChg chg="add mod">
          <ac:chgData name="Tanmay Samak" userId="20166025-7f22-4346-9b98-ec55ab787a06" providerId="ADAL" clId="{71CD7D8E-0563-4FFC-84DA-F31E856AE125}" dt="2023-07-31T16:08:21.072" v="6477" actId="1038"/>
          <ac:spMkLst>
            <pc:docMk/>
            <pc:sldMk cId="2838602902" sldId="310"/>
            <ac:spMk id="9" creationId="{AA73A980-4448-D747-ADBC-B69CB88A483C}"/>
          </ac:spMkLst>
        </pc:spChg>
        <pc:spChg chg="add mod">
          <ac:chgData name="Tanmay Samak" userId="20166025-7f22-4346-9b98-ec55ab787a06" providerId="ADAL" clId="{71CD7D8E-0563-4FFC-84DA-F31E856AE125}" dt="2023-07-31T16:08:09.713" v="6459" actId="1076"/>
          <ac:spMkLst>
            <pc:docMk/>
            <pc:sldMk cId="2838602902" sldId="310"/>
            <ac:spMk id="10" creationId="{851ACE67-FC9C-6A3F-B832-D2C7149A4E28}"/>
          </ac:spMkLst>
        </pc:spChg>
        <pc:spChg chg="add mod">
          <ac:chgData name="Tanmay Samak" userId="20166025-7f22-4346-9b98-ec55ab787a06" providerId="ADAL" clId="{71CD7D8E-0563-4FFC-84DA-F31E856AE125}" dt="2023-08-04T04:57:30.295" v="8419"/>
          <ac:spMkLst>
            <pc:docMk/>
            <pc:sldMk cId="2838602902" sldId="310"/>
            <ac:spMk id="15" creationId="{A01FDED3-88CA-2073-0010-32D11E1FCAAC}"/>
          </ac:spMkLst>
        </pc:spChg>
        <pc:spChg chg="mod">
          <ac:chgData name="Tanmay Samak" userId="20166025-7f22-4346-9b98-ec55ab787a06" providerId="ADAL" clId="{71CD7D8E-0563-4FFC-84DA-F31E856AE125}" dt="2023-08-03T22:46:01.551" v="7088" actId="20577"/>
          <ac:spMkLst>
            <pc:docMk/>
            <pc:sldMk cId="2838602902" sldId="310"/>
            <ac:spMk id="16" creationId="{DEFA4D1F-0BDF-356F-10B0-3CA6ACD84215}"/>
          </ac:spMkLst>
        </pc:spChg>
        <pc:spChg chg="add mod">
          <ac:chgData name="Tanmay Samak" userId="20166025-7f22-4346-9b98-ec55ab787a06" providerId="ADAL" clId="{71CD7D8E-0563-4FFC-84DA-F31E856AE125}" dt="2023-08-04T04:57:30.295" v="8419"/>
          <ac:spMkLst>
            <pc:docMk/>
            <pc:sldMk cId="2838602902" sldId="310"/>
            <ac:spMk id="17" creationId="{E8B9AEB4-DF98-BDAD-2F21-5D8791BE06BD}"/>
          </ac:spMkLst>
        </pc:spChg>
        <pc:spChg chg="add mod">
          <ac:chgData name="Tanmay Samak" userId="20166025-7f22-4346-9b98-ec55ab787a06" providerId="ADAL" clId="{71CD7D8E-0563-4FFC-84DA-F31E856AE125}" dt="2023-08-04T04:57:30.295" v="8419"/>
          <ac:spMkLst>
            <pc:docMk/>
            <pc:sldMk cId="2838602902" sldId="310"/>
            <ac:spMk id="18" creationId="{F396E712-DDB0-7863-29B5-494F64A9B478}"/>
          </ac:spMkLst>
        </pc:spChg>
        <pc:spChg chg="add mod">
          <ac:chgData name="Tanmay Samak" userId="20166025-7f22-4346-9b98-ec55ab787a06" providerId="ADAL" clId="{71CD7D8E-0563-4FFC-84DA-F31E856AE125}" dt="2023-08-04T04:57:30.295" v="8419"/>
          <ac:spMkLst>
            <pc:docMk/>
            <pc:sldMk cId="2838602902" sldId="310"/>
            <ac:spMk id="19" creationId="{3A9834C5-4B3F-A23B-0BF6-3FE2C1DA85D9}"/>
          </ac:spMkLst>
        </pc:spChg>
        <pc:spChg chg="add mod">
          <ac:chgData name="Tanmay Samak" userId="20166025-7f22-4346-9b98-ec55ab787a06" providerId="ADAL" clId="{71CD7D8E-0563-4FFC-84DA-F31E856AE125}" dt="2023-08-04T04:57:30.295" v="8419"/>
          <ac:spMkLst>
            <pc:docMk/>
            <pc:sldMk cId="2838602902" sldId="310"/>
            <ac:spMk id="20" creationId="{406FB8CC-CF59-BA3F-0954-EDBE7F942146}"/>
          </ac:spMkLst>
        </pc:spChg>
        <pc:spChg chg="add mod">
          <ac:chgData name="Tanmay Samak" userId="20166025-7f22-4346-9b98-ec55ab787a06" providerId="ADAL" clId="{71CD7D8E-0563-4FFC-84DA-F31E856AE125}" dt="2023-08-04T04:57:30.295" v="8419"/>
          <ac:spMkLst>
            <pc:docMk/>
            <pc:sldMk cId="2838602902" sldId="310"/>
            <ac:spMk id="21" creationId="{64B6CFC0-7AE9-46A2-E1F8-A98064CFE014}"/>
          </ac:spMkLst>
        </pc:spChg>
        <pc:spChg chg="add mod">
          <ac:chgData name="Tanmay Samak" userId="20166025-7f22-4346-9b98-ec55ab787a06" providerId="ADAL" clId="{71CD7D8E-0563-4FFC-84DA-F31E856AE125}" dt="2023-08-04T04:57:30.295" v="8419"/>
          <ac:spMkLst>
            <pc:docMk/>
            <pc:sldMk cId="2838602902" sldId="310"/>
            <ac:spMk id="22" creationId="{BC6F3810-F9A1-934D-2AB9-E24AF2A03DAA}"/>
          </ac:spMkLst>
        </pc:spChg>
        <pc:spChg chg="add mod">
          <ac:chgData name="Tanmay Samak" userId="20166025-7f22-4346-9b98-ec55ab787a06" providerId="ADAL" clId="{71CD7D8E-0563-4FFC-84DA-F31E856AE125}" dt="2023-08-04T04:57:30.295" v="8419"/>
          <ac:spMkLst>
            <pc:docMk/>
            <pc:sldMk cId="2838602902" sldId="310"/>
            <ac:spMk id="23" creationId="{C86E0420-70CC-B49F-8856-FC8049F6B481}"/>
          </ac:spMkLst>
        </pc:spChg>
        <pc:spChg chg="add del mod">
          <ac:chgData name="Tanmay Samak" userId="20166025-7f22-4346-9b98-ec55ab787a06" providerId="ADAL" clId="{71CD7D8E-0563-4FFC-84DA-F31E856AE125}" dt="2023-08-04T04:57:39.806" v="8426"/>
          <ac:spMkLst>
            <pc:docMk/>
            <pc:sldMk cId="2838602902" sldId="310"/>
            <ac:spMk id="29" creationId="{F088D9FC-3B05-5EAE-1510-4CEDE7C42414}"/>
          </ac:spMkLst>
        </pc:spChg>
        <pc:spChg chg="add del mod">
          <ac:chgData name="Tanmay Samak" userId="20166025-7f22-4346-9b98-ec55ab787a06" providerId="ADAL" clId="{71CD7D8E-0563-4FFC-84DA-F31E856AE125}" dt="2023-08-04T04:57:39.806" v="8426"/>
          <ac:spMkLst>
            <pc:docMk/>
            <pc:sldMk cId="2838602902" sldId="310"/>
            <ac:spMk id="30" creationId="{268FB0DC-B16E-49A0-3CB8-F4DA5B1B6386}"/>
          </ac:spMkLst>
        </pc:spChg>
        <pc:spChg chg="add del mod">
          <ac:chgData name="Tanmay Samak" userId="20166025-7f22-4346-9b98-ec55ab787a06" providerId="ADAL" clId="{71CD7D8E-0563-4FFC-84DA-F31E856AE125}" dt="2023-08-04T04:57:39.806" v="8426"/>
          <ac:spMkLst>
            <pc:docMk/>
            <pc:sldMk cId="2838602902" sldId="310"/>
            <ac:spMk id="31" creationId="{0E6C4FA8-0FB2-F919-B098-9C439027151D}"/>
          </ac:spMkLst>
        </pc:spChg>
        <pc:spChg chg="add del mod">
          <ac:chgData name="Tanmay Samak" userId="20166025-7f22-4346-9b98-ec55ab787a06" providerId="ADAL" clId="{71CD7D8E-0563-4FFC-84DA-F31E856AE125}" dt="2023-08-04T04:57:39.806" v="8426"/>
          <ac:spMkLst>
            <pc:docMk/>
            <pc:sldMk cId="2838602902" sldId="310"/>
            <ac:spMk id="32" creationId="{6F063A4F-367A-3D96-4774-3A6141BF717D}"/>
          </ac:spMkLst>
        </pc:spChg>
        <pc:spChg chg="add del mod">
          <ac:chgData name="Tanmay Samak" userId="20166025-7f22-4346-9b98-ec55ab787a06" providerId="ADAL" clId="{71CD7D8E-0563-4FFC-84DA-F31E856AE125}" dt="2023-08-04T04:57:39.806" v="8426"/>
          <ac:spMkLst>
            <pc:docMk/>
            <pc:sldMk cId="2838602902" sldId="310"/>
            <ac:spMk id="33" creationId="{5D2F7846-0180-09AD-C8E1-A53E02BFF574}"/>
          </ac:spMkLst>
        </pc:spChg>
        <pc:spChg chg="add del mod">
          <ac:chgData name="Tanmay Samak" userId="20166025-7f22-4346-9b98-ec55ab787a06" providerId="ADAL" clId="{71CD7D8E-0563-4FFC-84DA-F31E856AE125}" dt="2023-08-04T04:57:39.806" v="8426"/>
          <ac:spMkLst>
            <pc:docMk/>
            <pc:sldMk cId="2838602902" sldId="310"/>
            <ac:spMk id="34" creationId="{B09CE6CC-A106-1769-F1F2-1366AECB342D}"/>
          </ac:spMkLst>
        </pc:spChg>
        <pc:spChg chg="add del mod">
          <ac:chgData name="Tanmay Samak" userId="20166025-7f22-4346-9b98-ec55ab787a06" providerId="ADAL" clId="{71CD7D8E-0563-4FFC-84DA-F31E856AE125}" dt="2023-08-04T04:57:39.806" v="8426"/>
          <ac:spMkLst>
            <pc:docMk/>
            <pc:sldMk cId="2838602902" sldId="310"/>
            <ac:spMk id="35" creationId="{DB03014B-C7EC-54AA-D9F0-79413BC934C8}"/>
          </ac:spMkLst>
        </pc:spChg>
        <pc:spChg chg="add del mod">
          <ac:chgData name="Tanmay Samak" userId="20166025-7f22-4346-9b98-ec55ab787a06" providerId="ADAL" clId="{71CD7D8E-0563-4FFC-84DA-F31E856AE125}" dt="2023-08-04T04:57:39.806" v="8426"/>
          <ac:spMkLst>
            <pc:docMk/>
            <pc:sldMk cId="2838602902" sldId="310"/>
            <ac:spMk id="36" creationId="{EAA02CAE-2FBB-DF96-DB32-33D1686C2575}"/>
          </ac:spMkLst>
        </pc:spChg>
        <pc:graphicFrameChg chg="add del mod">
          <ac:chgData name="Tanmay Samak" userId="20166025-7f22-4346-9b98-ec55ab787a06" providerId="ADAL" clId="{71CD7D8E-0563-4FFC-84DA-F31E856AE125}" dt="2023-07-31T15:57:53.986" v="6310"/>
          <ac:graphicFrameMkLst>
            <pc:docMk/>
            <pc:sldMk cId="2838602902" sldId="310"/>
            <ac:graphicFrameMk id="6" creationId="{B6DDC593-3517-1642-4D1E-1EAE2E10D1FE}"/>
          </ac:graphicFrameMkLst>
        </pc:graphicFrameChg>
        <pc:picChg chg="add mod">
          <ac:chgData name="Tanmay Samak" userId="20166025-7f22-4346-9b98-ec55ab787a06" providerId="ADAL" clId="{71CD7D8E-0563-4FFC-84DA-F31E856AE125}" dt="2023-07-31T16:08:21.072" v="6477" actId="1038"/>
          <ac:picMkLst>
            <pc:docMk/>
            <pc:sldMk cId="2838602902" sldId="310"/>
            <ac:picMk id="7" creationId="{EA4D29C5-2580-C3E0-1589-B5F951D01FBB}"/>
          </ac:picMkLst>
        </pc:picChg>
        <pc:picChg chg="add mod">
          <ac:chgData name="Tanmay Samak" userId="20166025-7f22-4346-9b98-ec55ab787a06" providerId="ADAL" clId="{71CD7D8E-0563-4FFC-84DA-F31E856AE125}" dt="2023-08-04T05:13:59.663" v="8672" actId="2085"/>
          <ac:picMkLst>
            <pc:docMk/>
            <pc:sldMk cId="2838602902" sldId="310"/>
            <ac:picMk id="1026" creationId="{319AE682-5250-6739-5989-9E4686915857}"/>
          </ac:picMkLst>
        </pc:picChg>
        <pc:picChg chg="del">
          <ac:chgData name="Tanmay Samak" userId="20166025-7f22-4346-9b98-ec55ab787a06" providerId="ADAL" clId="{71CD7D8E-0563-4FFC-84DA-F31E856AE125}" dt="2023-07-31T15:56:53.196" v="6303" actId="478"/>
          <ac:picMkLst>
            <pc:docMk/>
            <pc:sldMk cId="2838602902" sldId="310"/>
            <ac:picMk id="4098" creationId="{804C79A3-26C4-BBEB-CFF8-ECD2E3AD522B}"/>
          </ac:picMkLst>
        </pc:picChg>
        <pc:cxnChg chg="add mod">
          <ac:chgData name="Tanmay Samak" userId="20166025-7f22-4346-9b98-ec55ab787a06" providerId="ADAL" clId="{71CD7D8E-0563-4FFC-84DA-F31E856AE125}" dt="2023-08-04T04:57:30.295" v="8419"/>
          <ac:cxnSpMkLst>
            <pc:docMk/>
            <pc:sldMk cId="2838602902" sldId="310"/>
            <ac:cxnSpMk id="6" creationId="{0B29E3FE-215A-0032-E1CA-2D2C7AC8BD0D}"/>
          </ac:cxnSpMkLst>
        </pc:cxnChg>
        <pc:cxnChg chg="add mod">
          <ac:chgData name="Tanmay Samak" userId="20166025-7f22-4346-9b98-ec55ab787a06" providerId="ADAL" clId="{71CD7D8E-0563-4FFC-84DA-F31E856AE125}" dt="2023-08-04T04:57:30.295" v="8419"/>
          <ac:cxnSpMkLst>
            <pc:docMk/>
            <pc:sldMk cId="2838602902" sldId="310"/>
            <ac:cxnSpMk id="11" creationId="{4690CF0A-2473-3432-10F0-36B01B79077E}"/>
          </ac:cxnSpMkLst>
        </pc:cxnChg>
        <pc:cxnChg chg="add mod">
          <ac:chgData name="Tanmay Samak" userId="20166025-7f22-4346-9b98-ec55ab787a06" providerId="ADAL" clId="{71CD7D8E-0563-4FFC-84DA-F31E856AE125}" dt="2023-08-04T04:57:30.295" v="8419"/>
          <ac:cxnSpMkLst>
            <pc:docMk/>
            <pc:sldMk cId="2838602902" sldId="310"/>
            <ac:cxnSpMk id="12" creationId="{ECD1D4F1-95F9-A6BC-FB0D-840B1DE1B101}"/>
          </ac:cxnSpMkLst>
        </pc:cxnChg>
        <pc:cxnChg chg="add mod">
          <ac:chgData name="Tanmay Samak" userId="20166025-7f22-4346-9b98-ec55ab787a06" providerId="ADAL" clId="{71CD7D8E-0563-4FFC-84DA-F31E856AE125}" dt="2023-08-04T04:57:30.295" v="8419"/>
          <ac:cxnSpMkLst>
            <pc:docMk/>
            <pc:sldMk cId="2838602902" sldId="310"/>
            <ac:cxnSpMk id="13" creationId="{BEAFE4A3-FA0F-F3B9-7DE5-3B3F8A7D5ADF}"/>
          </ac:cxnSpMkLst>
        </pc:cxnChg>
        <pc:cxnChg chg="add mod">
          <ac:chgData name="Tanmay Samak" userId="20166025-7f22-4346-9b98-ec55ab787a06" providerId="ADAL" clId="{71CD7D8E-0563-4FFC-84DA-F31E856AE125}" dt="2023-08-04T04:57:30.295" v="8419"/>
          <ac:cxnSpMkLst>
            <pc:docMk/>
            <pc:sldMk cId="2838602902" sldId="310"/>
            <ac:cxnSpMk id="14" creationId="{EF7B6434-4F3E-AA04-713D-56F264554763}"/>
          </ac:cxnSpMkLst>
        </pc:cxnChg>
        <pc:cxnChg chg="add del mod">
          <ac:chgData name="Tanmay Samak" userId="20166025-7f22-4346-9b98-ec55ab787a06" providerId="ADAL" clId="{71CD7D8E-0563-4FFC-84DA-F31E856AE125}" dt="2023-08-04T04:57:39.806" v="8426"/>
          <ac:cxnSpMkLst>
            <pc:docMk/>
            <pc:sldMk cId="2838602902" sldId="310"/>
            <ac:cxnSpMk id="24" creationId="{1A23C0C7-4B3B-FE5D-4092-E6DA7EEE987A}"/>
          </ac:cxnSpMkLst>
        </pc:cxnChg>
        <pc:cxnChg chg="add del mod">
          <ac:chgData name="Tanmay Samak" userId="20166025-7f22-4346-9b98-ec55ab787a06" providerId="ADAL" clId="{71CD7D8E-0563-4FFC-84DA-F31E856AE125}" dt="2023-08-04T04:57:39.806" v="8426"/>
          <ac:cxnSpMkLst>
            <pc:docMk/>
            <pc:sldMk cId="2838602902" sldId="310"/>
            <ac:cxnSpMk id="25" creationId="{6407A4D5-6585-62EC-857E-251DF3445518}"/>
          </ac:cxnSpMkLst>
        </pc:cxnChg>
        <pc:cxnChg chg="add del mod">
          <ac:chgData name="Tanmay Samak" userId="20166025-7f22-4346-9b98-ec55ab787a06" providerId="ADAL" clId="{71CD7D8E-0563-4FFC-84DA-F31E856AE125}" dt="2023-08-04T04:57:39.806" v="8426"/>
          <ac:cxnSpMkLst>
            <pc:docMk/>
            <pc:sldMk cId="2838602902" sldId="310"/>
            <ac:cxnSpMk id="26" creationId="{E395FF13-A37A-3377-DDE9-85C1847F5374}"/>
          </ac:cxnSpMkLst>
        </pc:cxnChg>
        <pc:cxnChg chg="add del mod">
          <ac:chgData name="Tanmay Samak" userId="20166025-7f22-4346-9b98-ec55ab787a06" providerId="ADAL" clId="{71CD7D8E-0563-4FFC-84DA-F31E856AE125}" dt="2023-08-04T04:57:39.806" v="8426"/>
          <ac:cxnSpMkLst>
            <pc:docMk/>
            <pc:sldMk cId="2838602902" sldId="310"/>
            <ac:cxnSpMk id="27" creationId="{5338D6C6-5EEC-F44B-B3BE-963EE8ECE879}"/>
          </ac:cxnSpMkLst>
        </pc:cxnChg>
        <pc:cxnChg chg="add del mod">
          <ac:chgData name="Tanmay Samak" userId="20166025-7f22-4346-9b98-ec55ab787a06" providerId="ADAL" clId="{71CD7D8E-0563-4FFC-84DA-F31E856AE125}" dt="2023-08-04T04:57:39.806" v="8426"/>
          <ac:cxnSpMkLst>
            <pc:docMk/>
            <pc:sldMk cId="2838602902" sldId="310"/>
            <ac:cxnSpMk id="28" creationId="{ABAF91F0-023F-1DBB-2E1C-30D11932FD57}"/>
          </ac:cxnSpMkLst>
        </pc:cxnChg>
      </pc:sldChg>
      <pc:sldChg chg="addSp modSp add mod">
        <pc:chgData name="Tanmay Samak" userId="20166025-7f22-4346-9b98-ec55ab787a06" providerId="ADAL" clId="{71CD7D8E-0563-4FFC-84DA-F31E856AE125}" dt="2023-08-04T15:42:06.856" v="9514" actId="20577"/>
        <pc:sldMkLst>
          <pc:docMk/>
          <pc:sldMk cId="3024371347" sldId="311"/>
        </pc:sldMkLst>
        <pc:spChg chg="mod">
          <ac:chgData name="Tanmay Samak" userId="20166025-7f22-4346-9b98-ec55ab787a06" providerId="ADAL" clId="{71CD7D8E-0563-4FFC-84DA-F31E856AE125}" dt="2023-08-04T15:42:06.856" v="9514" actId="20577"/>
          <ac:spMkLst>
            <pc:docMk/>
            <pc:sldMk cId="3024371347" sldId="311"/>
            <ac:spMk id="3" creationId="{20FEE75E-4191-DF81-29B1-94AD70DB3537}"/>
          </ac:spMkLst>
        </pc:spChg>
        <pc:picChg chg="add mod">
          <ac:chgData name="Tanmay Samak" userId="20166025-7f22-4346-9b98-ec55ab787a06" providerId="ADAL" clId="{71CD7D8E-0563-4FFC-84DA-F31E856AE125}" dt="2023-08-04T15:41:22.236" v="9497" actId="1076"/>
          <ac:picMkLst>
            <pc:docMk/>
            <pc:sldMk cId="3024371347" sldId="311"/>
            <ac:picMk id="4098" creationId="{17AA5AE9-EB27-F17D-263F-84595C831B0B}"/>
          </ac:picMkLst>
        </pc:picChg>
      </pc:sldChg>
      <pc:sldChg chg="addSp delSp modSp add mod modAnim">
        <pc:chgData name="Tanmay Samak" userId="20166025-7f22-4346-9b98-ec55ab787a06" providerId="ADAL" clId="{71CD7D8E-0563-4FFC-84DA-F31E856AE125}" dt="2023-08-04T05:24:55.807" v="8726"/>
        <pc:sldMkLst>
          <pc:docMk/>
          <pc:sldMk cId="609254601" sldId="312"/>
        </pc:sldMkLst>
        <pc:spChg chg="mod">
          <ac:chgData name="Tanmay Samak" userId="20166025-7f22-4346-9b98-ec55ab787a06" providerId="ADAL" clId="{71CD7D8E-0563-4FFC-84DA-F31E856AE125}" dt="2023-08-04T03:12:06.310" v="7249" actId="6549"/>
          <ac:spMkLst>
            <pc:docMk/>
            <pc:sldMk cId="609254601" sldId="312"/>
            <ac:spMk id="3" creationId="{20FEE75E-4191-DF81-29B1-94AD70DB3537}"/>
          </ac:spMkLst>
        </pc:spChg>
        <pc:spChg chg="add del mod">
          <ac:chgData name="Tanmay Samak" userId="20166025-7f22-4346-9b98-ec55ab787a06" providerId="ADAL" clId="{71CD7D8E-0563-4FFC-84DA-F31E856AE125}" dt="2023-08-04T03:21:11.264" v="7331" actId="478"/>
          <ac:spMkLst>
            <pc:docMk/>
            <pc:sldMk cId="609254601" sldId="312"/>
            <ac:spMk id="6" creationId="{9D9F3BBC-089C-2E85-D516-AD1D90EEDF96}"/>
          </ac:spMkLst>
        </pc:spChg>
        <pc:spChg chg="mod">
          <ac:chgData name="Tanmay Samak" userId="20166025-7f22-4346-9b98-ec55ab787a06" providerId="ADAL" clId="{71CD7D8E-0563-4FFC-84DA-F31E856AE125}" dt="2023-08-04T04:51:56.193" v="8356" actId="164"/>
          <ac:spMkLst>
            <pc:docMk/>
            <pc:sldMk cId="609254601" sldId="312"/>
            <ac:spMk id="8" creationId="{63F0317D-D0AF-2974-7E33-D00DE11C2FA4}"/>
          </ac:spMkLst>
        </pc:spChg>
        <pc:spChg chg="mod">
          <ac:chgData name="Tanmay Samak" userId="20166025-7f22-4346-9b98-ec55ab787a06" providerId="ADAL" clId="{71CD7D8E-0563-4FFC-84DA-F31E856AE125}" dt="2023-08-04T04:51:56.193" v="8356" actId="164"/>
          <ac:spMkLst>
            <pc:docMk/>
            <pc:sldMk cId="609254601" sldId="312"/>
            <ac:spMk id="9" creationId="{AE67DE54-2222-72C2-32AA-F9BD1F471D5A}"/>
          </ac:spMkLst>
        </pc:spChg>
        <pc:spChg chg="mod">
          <ac:chgData name="Tanmay Samak" userId="20166025-7f22-4346-9b98-ec55ab787a06" providerId="ADAL" clId="{71CD7D8E-0563-4FFC-84DA-F31E856AE125}" dt="2023-08-04T04:51:56.193" v="8356" actId="164"/>
          <ac:spMkLst>
            <pc:docMk/>
            <pc:sldMk cId="609254601" sldId="312"/>
            <ac:spMk id="10" creationId="{1532D1E3-CDC8-1D30-B73F-F9FFA0B4F885}"/>
          </ac:spMkLst>
        </pc:spChg>
        <pc:spChg chg="mod">
          <ac:chgData name="Tanmay Samak" userId="20166025-7f22-4346-9b98-ec55ab787a06" providerId="ADAL" clId="{71CD7D8E-0563-4FFC-84DA-F31E856AE125}" dt="2023-08-04T04:51:56.193" v="8356" actId="164"/>
          <ac:spMkLst>
            <pc:docMk/>
            <pc:sldMk cId="609254601" sldId="312"/>
            <ac:spMk id="11" creationId="{261235A6-A7B5-2852-33BC-ACA3A4F97822}"/>
          </ac:spMkLst>
        </pc:spChg>
        <pc:spChg chg="mod">
          <ac:chgData name="Tanmay Samak" userId="20166025-7f22-4346-9b98-ec55ab787a06" providerId="ADAL" clId="{71CD7D8E-0563-4FFC-84DA-F31E856AE125}" dt="2023-08-04T04:48:16.867" v="8274" actId="1036"/>
          <ac:spMkLst>
            <pc:docMk/>
            <pc:sldMk cId="609254601" sldId="312"/>
            <ac:spMk id="13" creationId="{E9308DA2-CE8E-C497-B897-5DB10D61C861}"/>
          </ac:spMkLst>
        </pc:spChg>
        <pc:spChg chg="mod">
          <ac:chgData name="Tanmay Samak" userId="20166025-7f22-4346-9b98-ec55ab787a06" providerId="ADAL" clId="{71CD7D8E-0563-4FFC-84DA-F31E856AE125}" dt="2023-08-04T04:48:16.867" v="8274" actId="1036"/>
          <ac:spMkLst>
            <pc:docMk/>
            <pc:sldMk cId="609254601" sldId="312"/>
            <ac:spMk id="14" creationId="{0FA34135-C492-C44F-0090-DE575378C104}"/>
          </ac:spMkLst>
        </pc:spChg>
        <pc:spChg chg="del mod">
          <ac:chgData name="Tanmay Samak" userId="20166025-7f22-4346-9b98-ec55ab787a06" providerId="ADAL" clId="{71CD7D8E-0563-4FFC-84DA-F31E856AE125}" dt="2023-08-04T03:41:50.225" v="7588" actId="478"/>
          <ac:spMkLst>
            <pc:docMk/>
            <pc:sldMk cId="609254601" sldId="312"/>
            <ac:spMk id="15" creationId="{A8C13247-22BB-0C72-D4AB-0977E1C7C9A0}"/>
          </ac:spMkLst>
        </pc:spChg>
        <pc:spChg chg="mod">
          <ac:chgData name="Tanmay Samak" userId="20166025-7f22-4346-9b98-ec55ab787a06" providerId="ADAL" clId="{71CD7D8E-0563-4FFC-84DA-F31E856AE125}" dt="2023-08-04T04:48:16.867" v="8274" actId="1036"/>
          <ac:spMkLst>
            <pc:docMk/>
            <pc:sldMk cId="609254601" sldId="312"/>
            <ac:spMk id="16" creationId="{0871851D-1731-17AA-57DB-B513CD0DABCD}"/>
          </ac:spMkLst>
        </pc:spChg>
        <pc:spChg chg="add mod">
          <ac:chgData name="Tanmay Samak" userId="20166025-7f22-4346-9b98-ec55ab787a06" providerId="ADAL" clId="{71CD7D8E-0563-4FFC-84DA-F31E856AE125}" dt="2023-08-04T04:48:16.867" v="8274" actId="1036"/>
          <ac:spMkLst>
            <pc:docMk/>
            <pc:sldMk cId="609254601" sldId="312"/>
            <ac:spMk id="17" creationId="{FCA64223-03E9-7606-BAB3-2201781FE37A}"/>
          </ac:spMkLst>
        </pc:spChg>
        <pc:spChg chg="add mod">
          <ac:chgData name="Tanmay Samak" userId="20166025-7f22-4346-9b98-ec55ab787a06" providerId="ADAL" clId="{71CD7D8E-0563-4FFC-84DA-F31E856AE125}" dt="2023-08-04T05:00:57.504" v="8468" actId="20577"/>
          <ac:spMkLst>
            <pc:docMk/>
            <pc:sldMk cId="609254601" sldId="312"/>
            <ac:spMk id="18" creationId="{ADC278CF-C3FF-E817-9D47-716C311FE8B3}"/>
          </ac:spMkLst>
        </pc:spChg>
        <pc:spChg chg="mod">
          <ac:chgData name="Tanmay Samak" userId="20166025-7f22-4346-9b98-ec55ab787a06" providerId="ADAL" clId="{71CD7D8E-0563-4FFC-84DA-F31E856AE125}" dt="2023-08-04T04:48:16.867" v="8274" actId="1036"/>
          <ac:spMkLst>
            <pc:docMk/>
            <pc:sldMk cId="609254601" sldId="312"/>
            <ac:spMk id="19" creationId="{61F7BDB7-18D1-614C-C505-CDC1AB72AFCA}"/>
          </ac:spMkLst>
        </pc:spChg>
        <pc:spChg chg="add mod">
          <ac:chgData name="Tanmay Samak" userId="20166025-7f22-4346-9b98-ec55ab787a06" providerId="ADAL" clId="{71CD7D8E-0563-4FFC-84DA-F31E856AE125}" dt="2023-08-04T04:48:16.867" v="8274" actId="1036"/>
          <ac:spMkLst>
            <pc:docMk/>
            <pc:sldMk cId="609254601" sldId="312"/>
            <ac:spMk id="20" creationId="{48522ABB-CAB2-512D-66F0-47FAE71742CC}"/>
          </ac:spMkLst>
        </pc:spChg>
        <pc:spChg chg="add mod">
          <ac:chgData name="Tanmay Samak" userId="20166025-7f22-4346-9b98-ec55ab787a06" providerId="ADAL" clId="{71CD7D8E-0563-4FFC-84DA-F31E856AE125}" dt="2023-08-04T04:48:16.867" v="8274" actId="1036"/>
          <ac:spMkLst>
            <pc:docMk/>
            <pc:sldMk cId="609254601" sldId="312"/>
            <ac:spMk id="23" creationId="{6330ADAF-F152-F2DF-61F1-B1F614717B38}"/>
          </ac:spMkLst>
        </pc:spChg>
        <pc:spChg chg="add mod">
          <ac:chgData name="Tanmay Samak" userId="20166025-7f22-4346-9b98-ec55ab787a06" providerId="ADAL" clId="{71CD7D8E-0563-4FFC-84DA-F31E856AE125}" dt="2023-08-04T04:48:16.867" v="8274" actId="1036"/>
          <ac:spMkLst>
            <pc:docMk/>
            <pc:sldMk cId="609254601" sldId="312"/>
            <ac:spMk id="24" creationId="{BC5A17AD-7A02-49CE-A20E-E8B8FA4C0B1E}"/>
          </ac:spMkLst>
        </pc:spChg>
        <pc:spChg chg="add mod">
          <ac:chgData name="Tanmay Samak" userId="20166025-7f22-4346-9b98-ec55ab787a06" providerId="ADAL" clId="{71CD7D8E-0563-4FFC-84DA-F31E856AE125}" dt="2023-08-04T04:48:16.867" v="8274" actId="1036"/>
          <ac:spMkLst>
            <pc:docMk/>
            <pc:sldMk cId="609254601" sldId="312"/>
            <ac:spMk id="25" creationId="{6305D10E-D17B-627C-D67F-E4AE08EA308D}"/>
          </ac:spMkLst>
        </pc:spChg>
        <pc:spChg chg="add del mod">
          <ac:chgData name="Tanmay Samak" userId="20166025-7f22-4346-9b98-ec55ab787a06" providerId="ADAL" clId="{71CD7D8E-0563-4FFC-84DA-F31E856AE125}" dt="2023-08-04T03:41:43.787" v="7587" actId="478"/>
          <ac:spMkLst>
            <pc:docMk/>
            <pc:sldMk cId="609254601" sldId="312"/>
            <ac:spMk id="26" creationId="{22E9AB2D-9D38-88FF-57E2-B2F4FE4EBF83}"/>
          </ac:spMkLst>
        </pc:spChg>
        <pc:spChg chg="add mod">
          <ac:chgData name="Tanmay Samak" userId="20166025-7f22-4346-9b98-ec55ab787a06" providerId="ADAL" clId="{71CD7D8E-0563-4FFC-84DA-F31E856AE125}" dt="2023-08-04T04:48:16.867" v="8274" actId="1036"/>
          <ac:spMkLst>
            <pc:docMk/>
            <pc:sldMk cId="609254601" sldId="312"/>
            <ac:spMk id="27" creationId="{752278C3-D5EC-8BAC-FB9C-1EA16835A79B}"/>
          </ac:spMkLst>
        </pc:spChg>
        <pc:spChg chg="add mod">
          <ac:chgData name="Tanmay Samak" userId="20166025-7f22-4346-9b98-ec55ab787a06" providerId="ADAL" clId="{71CD7D8E-0563-4FFC-84DA-F31E856AE125}" dt="2023-08-04T05:01:00.063" v="8469" actId="20577"/>
          <ac:spMkLst>
            <pc:docMk/>
            <pc:sldMk cId="609254601" sldId="312"/>
            <ac:spMk id="28" creationId="{70263F8A-78EB-AA25-6228-AF03B47C94FC}"/>
          </ac:spMkLst>
        </pc:spChg>
        <pc:spChg chg="add mod">
          <ac:chgData name="Tanmay Samak" userId="20166025-7f22-4346-9b98-ec55ab787a06" providerId="ADAL" clId="{71CD7D8E-0563-4FFC-84DA-F31E856AE125}" dt="2023-08-04T05:01:01.697" v="8470" actId="20577"/>
          <ac:spMkLst>
            <pc:docMk/>
            <pc:sldMk cId="609254601" sldId="312"/>
            <ac:spMk id="29" creationId="{4D45AC11-9BAE-32B2-0C25-BB35DA9B32C2}"/>
          </ac:spMkLst>
        </pc:spChg>
        <pc:spChg chg="add mod">
          <ac:chgData name="Tanmay Samak" userId="20166025-7f22-4346-9b98-ec55ab787a06" providerId="ADAL" clId="{71CD7D8E-0563-4FFC-84DA-F31E856AE125}" dt="2023-08-04T05:01:03.885" v="8471" actId="20577"/>
          <ac:spMkLst>
            <pc:docMk/>
            <pc:sldMk cId="609254601" sldId="312"/>
            <ac:spMk id="30" creationId="{DBB87AF3-7E0F-6019-58CB-EC0AA46F5479}"/>
          </ac:spMkLst>
        </pc:spChg>
        <pc:spChg chg="add mod">
          <ac:chgData name="Tanmay Samak" userId="20166025-7f22-4346-9b98-ec55ab787a06" providerId="ADAL" clId="{71CD7D8E-0563-4FFC-84DA-F31E856AE125}" dt="2023-08-04T05:01:05.489" v="8472" actId="20577"/>
          <ac:spMkLst>
            <pc:docMk/>
            <pc:sldMk cId="609254601" sldId="312"/>
            <ac:spMk id="33" creationId="{5BAAE9BE-4C90-45EF-D1BB-1AB80C1227BD}"/>
          </ac:spMkLst>
        </pc:spChg>
        <pc:spChg chg="add mod">
          <ac:chgData name="Tanmay Samak" userId="20166025-7f22-4346-9b98-ec55ab787a06" providerId="ADAL" clId="{71CD7D8E-0563-4FFC-84DA-F31E856AE125}" dt="2023-08-04T04:51:56.193" v="8356" actId="164"/>
          <ac:spMkLst>
            <pc:docMk/>
            <pc:sldMk cId="609254601" sldId="312"/>
            <ac:spMk id="34" creationId="{6D1D34D4-D101-3542-14AF-E5651253EE8B}"/>
          </ac:spMkLst>
        </pc:spChg>
        <pc:spChg chg="add mod">
          <ac:chgData name="Tanmay Samak" userId="20166025-7f22-4346-9b98-ec55ab787a06" providerId="ADAL" clId="{71CD7D8E-0563-4FFC-84DA-F31E856AE125}" dt="2023-08-04T04:51:56.193" v="8356" actId="164"/>
          <ac:spMkLst>
            <pc:docMk/>
            <pc:sldMk cId="609254601" sldId="312"/>
            <ac:spMk id="35" creationId="{C6088A11-9A1A-643B-A675-C324F7C61372}"/>
          </ac:spMkLst>
        </pc:spChg>
        <pc:spChg chg="add mod">
          <ac:chgData name="Tanmay Samak" userId="20166025-7f22-4346-9b98-ec55ab787a06" providerId="ADAL" clId="{71CD7D8E-0563-4FFC-84DA-F31E856AE125}" dt="2023-08-04T04:51:56.193" v="8356" actId="164"/>
          <ac:spMkLst>
            <pc:docMk/>
            <pc:sldMk cId="609254601" sldId="312"/>
            <ac:spMk id="36" creationId="{8D2A6E33-6342-6DDE-AA96-8D0FB6EFCA11}"/>
          </ac:spMkLst>
        </pc:spChg>
        <pc:spChg chg="add mod">
          <ac:chgData name="Tanmay Samak" userId="20166025-7f22-4346-9b98-ec55ab787a06" providerId="ADAL" clId="{71CD7D8E-0563-4FFC-84DA-F31E856AE125}" dt="2023-08-04T04:51:56.193" v="8356" actId="164"/>
          <ac:spMkLst>
            <pc:docMk/>
            <pc:sldMk cId="609254601" sldId="312"/>
            <ac:spMk id="37" creationId="{81995E40-4A05-83F4-6A3F-54BBDB2B4AF2}"/>
          </ac:spMkLst>
        </pc:spChg>
        <pc:spChg chg="mod topLvl">
          <ac:chgData name="Tanmay Samak" userId="20166025-7f22-4346-9b98-ec55ab787a06" providerId="ADAL" clId="{71CD7D8E-0563-4FFC-84DA-F31E856AE125}" dt="2023-08-04T04:56:10.655" v="8407" actId="14100"/>
          <ac:spMkLst>
            <pc:docMk/>
            <pc:sldMk cId="609254601" sldId="312"/>
            <ac:spMk id="41" creationId="{37181656-9602-FF2D-E6A8-1B854256A4C0}"/>
          </ac:spMkLst>
        </pc:spChg>
        <pc:spChg chg="mod topLvl">
          <ac:chgData name="Tanmay Samak" userId="20166025-7f22-4346-9b98-ec55ab787a06" providerId="ADAL" clId="{71CD7D8E-0563-4FFC-84DA-F31E856AE125}" dt="2023-08-04T04:57:00.163" v="8414" actId="207"/>
          <ac:spMkLst>
            <pc:docMk/>
            <pc:sldMk cId="609254601" sldId="312"/>
            <ac:spMk id="42" creationId="{D6D99D17-4009-5550-9D6B-4B5EC69B80D6}"/>
          </ac:spMkLst>
        </pc:spChg>
        <pc:spChg chg="mod topLvl">
          <ac:chgData name="Tanmay Samak" userId="20166025-7f22-4346-9b98-ec55ab787a06" providerId="ADAL" clId="{71CD7D8E-0563-4FFC-84DA-F31E856AE125}" dt="2023-08-04T04:57:00.163" v="8414" actId="207"/>
          <ac:spMkLst>
            <pc:docMk/>
            <pc:sldMk cId="609254601" sldId="312"/>
            <ac:spMk id="43" creationId="{6DFAD054-C2BD-7AFF-4005-77174BEBE1CC}"/>
          </ac:spMkLst>
        </pc:spChg>
        <pc:spChg chg="mod topLvl">
          <ac:chgData name="Tanmay Samak" userId="20166025-7f22-4346-9b98-ec55ab787a06" providerId="ADAL" clId="{71CD7D8E-0563-4FFC-84DA-F31E856AE125}" dt="2023-08-04T04:57:00.163" v="8414" actId="207"/>
          <ac:spMkLst>
            <pc:docMk/>
            <pc:sldMk cId="609254601" sldId="312"/>
            <ac:spMk id="44" creationId="{FD45DA17-167E-361A-DC9F-A102C7CB0100}"/>
          </ac:spMkLst>
        </pc:spChg>
        <pc:spChg chg="mod topLvl">
          <ac:chgData name="Tanmay Samak" userId="20166025-7f22-4346-9b98-ec55ab787a06" providerId="ADAL" clId="{71CD7D8E-0563-4FFC-84DA-F31E856AE125}" dt="2023-08-04T04:53:28.131" v="8370" actId="165"/>
          <ac:spMkLst>
            <pc:docMk/>
            <pc:sldMk cId="609254601" sldId="312"/>
            <ac:spMk id="45" creationId="{A23DF964-89E8-DBC0-98BF-1760D7FD2D11}"/>
          </ac:spMkLst>
        </pc:spChg>
        <pc:spChg chg="mod topLvl">
          <ac:chgData name="Tanmay Samak" userId="20166025-7f22-4346-9b98-ec55ab787a06" providerId="ADAL" clId="{71CD7D8E-0563-4FFC-84DA-F31E856AE125}" dt="2023-08-04T04:57:04.693" v="8415" actId="207"/>
          <ac:spMkLst>
            <pc:docMk/>
            <pc:sldMk cId="609254601" sldId="312"/>
            <ac:spMk id="46" creationId="{698C5000-CD16-8278-9994-637821CC5B07}"/>
          </ac:spMkLst>
        </pc:spChg>
        <pc:spChg chg="mod topLvl">
          <ac:chgData name="Tanmay Samak" userId="20166025-7f22-4346-9b98-ec55ab787a06" providerId="ADAL" clId="{71CD7D8E-0563-4FFC-84DA-F31E856AE125}" dt="2023-08-04T04:57:04.693" v="8415" actId="207"/>
          <ac:spMkLst>
            <pc:docMk/>
            <pc:sldMk cId="609254601" sldId="312"/>
            <ac:spMk id="47" creationId="{C5EF1FD5-8696-6B15-7375-01A1F405507E}"/>
          </ac:spMkLst>
        </pc:spChg>
        <pc:spChg chg="mod topLvl">
          <ac:chgData name="Tanmay Samak" userId="20166025-7f22-4346-9b98-ec55ab787a06" providerId="ADAL" clId="{71CD7D8E-0563-4FFC-84DA-F31E856AE125}" dt="2023-08-04T04:57:04.693" v="8415" actId="207"/>
          <ac:spMkLst>
            <pc:docMk/>
            <pc:sldMk cId="609254601" sldId="312"/>
            <ac:spMk id="48" creationId="{E025C7D5-77E7-6DB6-304A-B386E49DD581}"/>
          </ac:spMkLst>
        </pc:spChg>
        <pc:spChg chg="add del mod">
          <ac:chgData name="Tanmay Samak" userId="20166025-7f22-4346-9b98-ec55ab787a06" providerId="ADAL" clId="{71CD7D8E-0563-4FFC-84DA-F31E856AE125}" dt="2023-08-04T04:56:26.834" v="8411" actId="478"/>
          <ac:spMkLst>
            <pc:docMk/>
            <pc:sldMk cId="609254601" sldId="312"/>
            <ac:spMk id="1039" creationId="{34437C04-0396-A24D-1CA7-B2B5B7EA1C8E}"/>
          </ac:spMkLst>
        </pc:spChg>
        <pc:spChg chg="add mod">
          <ac:chgData name="Tanmay Samak" userId="20166025-7f22-4346-9b98-ec55ab787a06" providerId="ADAL" clId="{71CD7D8E-0563-4FFC-84DA-F31E856AE125}" dt="2023-08-04T04:59:58.457" v="8438" actId="20577"/>
          <ac:spMkLst>
            <pc:docMk/>
            <pc:sldMk cId="609254601" sldId="312"/>
            <ac:spMk id="1041" creationId="{BE34DE8E-2995-0F6B-28E3-E1286790F5FE}"/>
          </ac:spMkLst>
        </pc:spChg>
        <pc:grpChg chg="add del mod">
          <ac:chgData name="Tanmay Samak" userId="20166025-7f22-4346-9b98-ec55ab787a06" providerId="ADAL" clId="{71CD7D8E-0563-4FFC-84DA-F31E856AE125}" dt="2023-08-04T04:52:28.308" v="8359" actId="21"/>
          <ac:grpSpMkLst>
            <pc:docMk/>
            <pc:sldMk cId="609254601" sldId="312"/>
            <ac:grpSpMk id="38" creationId="{4F85A65B-CDEB-87B7-BF72-053196664B7A}"/>
          </ac:grpSpMkLst>
        </pc:grpChg>
        <pc:grpChg chg="add del mod">
          <ac:chgData name="Tanmay Samak" userId="20166025-7f22-4346-9b98-ec55ab787a06" providerId="ADAL" clId="{71CD7D8E-0563-4FFC-84DA-F31E856AE125}" dt="2023-08-04T04:53:28.131" v="8370" actId="165"/>
          <ac:grpSpMkLst>
            <pc:docMk/>
            <pc:sldMk cId="609254601" sldId="312"/>
            <ac:grpSpMk id="39" creationId="{F9CB9FE1-A8B0-2194-3476-CE6CF2F87B6A}"/>
          </ac:grpSpMkLst>
        </pc:grpChg>
        <pc:graphicFrameChg chg="add del mod">
          <ac:chgData name="Tanmay Samak" userId="20166025-7f22-4346-9b98-ec55ab787a06" providerId="ADAL" clId="{71CD7D8E-0563-4FFC-84DA-F31E856AE125}" dt="2023-08-04T04:34:16.583" v="8047"/>
          <ac:graphicFrameMkLst>
            <pc:docMk/>
            <pc:sldMk cId="609254601" sldId="312"/>
            <ac:graphicFrameMk id="31" creationId="{38991CF1-C0B8-64C9-CF21-CD4AEA5FA3DB}"/>
          </ac:graphicFrameMkLst>
        </pc:graphicFrameChg>
        <pc:picChg chg="add mod">
          <ac:chgData name="Tanmay Samak" userId="20166025-7f22-4346-9b98-ec55ab787a06" providerId="ADAL" clId="{71CD7D8E-0563-4FFC-84DA-F31E856AE125}" dt="2023-08-04T04:48:16.867" v="8274" actId="1036"/>
          <ac:picMkLst>
            <pc:docMk/>
            <pc:sldMk cId="609254601" sldId="312"/>
            <ac:picMk id="32" creationId="{9DD5FF7F-0BBC-E435-96CC-50F21A52FCF3}"/>
          </ac:picMkLst>
        </pc:picChg>
        <pc:picChg chg="del mod">
          <ac:chgData name="Tanmay Samak" userId="20166025-7f22-4346-9b98-ec55ab787a06" providerId="ADAL" clId="{71CD7D8E-0563-4FFC-84DA-F31E856AE125}" dt="2023-08-04T03:34:38.827" v="7534" actId="478"/>
          <ac:picMkLst>
            <pc:docMk/>
            <pc:sldMk cId="609254601" sldId="312"/>
            <ac:picMk id="1030" creationId="{ACF11854-A385-9B2C-50F1-1CB237A67925}"/>
          </ac:picMkLst>
        </pc:picChg>
        <pc:picChg chg="add mod">
          <ac:chgData name="Tanmay Samak" userId="20166025-7f22-4346-9b98-ec55ab787a06" providerId="ADAL" clId="{71CD7D8E-0563-4FFC-84DA-F31E856AE125}" dt="2023-08-04T05:13:56.516" v="8671" actId="2085"/>
          <ac:picMkLst>
            <pc:docMk/>
            <pc:sldMk cId="609254601" sldId="312"/>
            <ac:picMk id="1040" creationId="{092208C4-9261-82E8-E467-3237656A837F}"/>
          </ac:picMkLst>
        </pc:picChg>
        <pc:picChg chg="add mod">
          <ac:chgData name="Tanmay Samak" userId="20166025-7f22-4346-9b98-ec55ab787a06" providerId="ADAL" clId="{71CD7D8E-0563-4FFC-84DA-F31E856AE125}" dt="2023-08-04T04:48:16.867" v="8274" actId="1036"/>
          <ac:picMkLst>
            <pc:docMk/>
            <pc:sldMk cId="609254601" sldId="312"/>
            <ac:picMk id="2050" creationId="{1BD2775A-677A-7CFB-F280-F2CEB88F7C66}"/>
          </ac:picMkLst>
        </pc:picChg>
        <pc:picChg chg="add del mod">
          <ac:chgData name="Tanmay Samak" userId="20166025-7f22-4346-9b98-ec55ab787a06" providerId="ADAL" clId="{71CD7D8E-0563-4FFC-84DA-F31E856AE125}" dt="2023-08-04T03:35:12.697" v="7541" actId="478"/>
          <ac:picMkLst>
            <pc:docMk/>
            <pc:sldMk cId="609254601" sldId="312"/>
            <ac:picMk id="2052" creationId="{B6759B43-AFA8-1B9B-82CE-C39387E95D9A}"/>
          </ac:picMkLst>
        </pc:picChg>
        <pc:picChg chg="add del mod">
          <ac:chgData name="Tanmay Samak" userId="20166025-7f22-4346-9b98-ec55ab787a06" providerId="ADAL" clId="{71CD7D8E-0563-4FFC-84DA-F31E856AE125}" dt="2023-08-04T03:38:20.509" v="7551" actId="478"/>
          <ac:picMkLst>
            <pc:docMk/>
            <pc:sldMk cId="609254601" sldId="312"/>
            <ac:picMk id="2054" creationId="{5884F8E6-CA26-BFF7-8999-7E38D8ADC7FE}"/>
          </ac:picMkLst>
        </pc:picChg>
        <pc:picChg chg="add del mod">
          <ac:chgData name="Tanmay Samak" userId="20166025-7f22-4346-9b98-ec55ab787a06" providerId="ADAL" clId="{71CD7D8E-0563-4FFC-84DA-F31E856AE125}" dt="2023-08-04T03:44:08.753" v="7605" actId="478"/>
          <ac:picMkLst>
            <pc:docMk/>
            <pc:sldMk cId="609254601" sldId="312"/>
            <ac:picMk id="2056" creationId="{608E695A-61E1-0921-CFC4-84ED1E23C61A}"/>
          </ac:picMkLst>
        </pc:picChg>
        <pc:picChg chg="add del mod">
          <ac:chgData name="Tanmay Samak" userId="20166025-7f22-4346-9b98-ec55ab787a06" providerId="ADAL" clId="{71CD7D8E-0563-4FFC-84DA-F31E856AE125}" dt="2023-08-04T03:40:14.403" v="7562" actId="478"/>
          <ac:picMkLst>
            <pc:docMk/>
            <pc:sldMk cId="609254601" sldId="312"/>
            <ac:picMk id="2058" creationId="{03D9BA3A-1598-423C-1EC1-CD0347211219}"/>
          </ac:picMkLst>
        </pc:picChg>
        <pc:picChg chg="add del">
          <ac:chgData name="Tanmay Samak" userId="20166025-7f22-4346-9b98-ec55ab787a06" providerId="ADAL" clId="{71CD7D8E-0563-4FFC-84DA-F31E856AE125}" dt="2023-08-04T03:43:41.779" v="7601" actId="478"/>
          <ac:picMkLst>
            <pc:docMk/>
            <pc:sldMk cId="609254601" sldId="312"/>
            <ac:picMk id="2060" creationId="{5431C73F-A96E-EB93-4AE5-161794F3DA58}"/>
          </ac:picMkLst>
        </pc:picChg>
        <pc:picChg chg="add del mod">
          <ac:chgData name="Tanmay Samak" userId="20166025-7f22-4346-9b98-ec55ab787a06" providerId="ADAL" clId="{71CD7D8E-0563-4FFC-84DA-F31E856AE125}" dt="2023-08-04T03:46:42.838" v="7610" actId="478"/>
          <ac:picMkLst>
            <pc:docMk/>
            <pc:sldMk cId="609254601" sldId="312"/>
            <ac:picMk id="2062" creationId="{79C74921-6DBC-5B32-01DE-6BB43747F6CD}"/>
          </ac:picMkLst>
        </pc:picChg>
        <pc:picChg chg="add mod">
          <ac:chgData name="Tanmay Samak" userId="20166025-7f22-4346-9b98-ec55ab787a06" providerId="ADAL" clId="{71CD7D8E-0563-4FFC-84DA-F31E856AE125}" dt="2023-08-04T04:48:16.867" v="8274" actId="1036"/>
          <ac:picMkLst>
            <pc:docMk/>
            <pc:sldMk cId="609254601" sldId="312"/>
            <ac:picMk id="2064" creationId="{72F6B205-6DC9-5C9A-DF68-7044961F13D8}"/>
          </ac:picMkLst>
        </pc:picChg>
        <pc:picChg chg="add mod">
          <ac:chgData name="Tanmay Samak" userId="20166025-7f22-4346-9b98-ec55ab787a06" providerId="ADAL" clId="{71CD7D8E-0563-4FFC-84DA-F31E856AE125}" dt="2023-08-04T04:48:16.867" v="8274" actId="1036"/>
          <ac:picMkLst>
            <pc:docMk/>
            <pc:sldMk cId="609254601" sldId="312"/>
            <ac:picMk id="2066" creationId="{59E43B4F-EC1A-B690-76EF-4828853425E0}"/>
          </ac:picMkLst>
        </pc:picChg>
        <pc:picChg chg="add mod">
          <ac:chgData name="Tanmay Samak" userId="20166025-7f22-4346-9b98-ec55ab787a06" providerId="ADAL" clId="{71CD7D8E-0563-4FFC-84DA-F31E856AE125}" dt="2023-08-04T04:48:16.867" v="8274" actId="1036"/>
          <ac:picMkLst>
            <pc:docMk/>
            <pc:sldMk cId="609254601" sldId="312"/>
            <ac:picMk id="2068" creationId="{04DEC498-A455-B7BD-5D42-4F8D92E2AF26}"/>
          </ac:picMkLst>
        </pc:picChg>
        <pc:cxnChg chg="mod">
          <ac:chgData name="Tanmay Samak" userId="20166025-7f22-4346-9b98-ec55ab787a06" providerId="ADAL" clId="{71CD7D8E-0563-4FFC-84DA-F31E856AE125}" dt="2023-08-04T04:51:56.193" v="8356" actId="164"/>
          <ac:cxnSpMkLst>
            <pc:docMk/>
            <pc:sldMk cId="609254601" sldId="312"/>
            <ac:cxnSpMk id="7" creationId="{13423693-3EA9-BDC3-B4D3-638BCB34196A}"/>
          </ac:cxnSpMkLst>
        </pc:cxnChg>
        <pc:cxnChg chg="mod">
          <ac:chgData name="Tanmay Samak" userId="20166025-7f22-4346-9b98-ec55ab787a06" providerId="ADAL" clId="{71CD7D8E-0563-4FFC-84DA-F31E856AE125}" dt="2023-08-04T04:48:16.867" v="8274" actId="1036"/>
          <ac:cxnSpMkLst>
            <pc:docMk/>
            <pc:sldMk cId="609254601" sldId="312"/>
            <ac:cxnSpMk id="12" creationId="{013BD2EE-837A-52DC-E521-8F651B8F6D28}"/>
          </ac:cxnSpMkLst>
        </pc:cxnChg>
        <pc:cxnChg chg="del mod topLvl">
          <ac:chgData name="Tanmay Samak" userId="20166025-7f22-4346-9b98-ec55ab787a06" providerId="ADAL" clId="{71CD7D8E-0563-4FFC-84DA-F31E856AE125}" dt="2023-08-04T04:53:42.781" v="8373" actId="478"/>
          <ac:cxnSpMkLst>
            <pc:docMk/>
            <pc:sldMk cId="609254601" sldId="312"/>
            <ac:cxnSpMk id="40" creationId="{C5F02192-08C3-D819-83D6-B19F92A4DEF6}"/>
          </ac:cxnSpMkLst>
        </pc:cxnChg>
        <pc:cxnChg chg="add del mod">
          <ac:chgData name="Tanmay Samak" userId="20166025-7f22-4346-9b98-ec55ab787a06" providerId="ADAL" clId="{71CD7D8E-0563-4FFC-84DA-F31E856AE125}" dt="2023-08-04T04:54:54.785" v="8392" actId="21"/>
          <ac:cxnSpMkLst>
            <pc:docMk/>
            <pc:sldMk cId="609254601" sldId="312"/>
            <ac:cxnSpMk id="49" creationId="{93957B1D-5D4A-1AEA-34B8-EE0938F78C23}"/>
          </ac:cxnSpMkLst>
        </pc:cxnChg>
        <pc:cxnChg chg="add del mod">
          <ac:chgData name="Tanmay Samak" userId="20166025-7f22-4346-9b98-ec55ab787a06" providerId="ADAL" clId="{71CD7D8E-0563-4FFC-84DA-F31E856AE125}" dt="2023-08-04T04:54:54.785" v="8392" actId="21"/>
          <ac:cxnSpMkLst>
            <pc:docMk/>
            <pc:sldMk cId="609254601" sldId="312"/>
            <ac:cxnSpMk id="51" creationId="{C4ABB517-79C6-1D49-1E63-362C2B08B03C}"/>
          </ac:cxnSpMkLst>
        </pc:cxnChg>
        <pc:cxnChg chg="add del mod">
          <ac:chgData name="Tanmay Samak" userId="20166025-7f22-4346-9b98-ec55ab787a06" providerId="ADAL" clId="{71CD7D8E-0563-4FFC-84DA-F31E856AE125}" dt="2023-08-04T04:54:54.785" v="8392" actId="21"/>
          <ac:cxnSpMkLst>
            <pc:docMk/>
            <pc:sldMk cId="609254601" sldId="312"/>
            <ac:cxnSpMk id="53" creationId="{24569993-CBDA-52FB-A0B4-CC2B680CF134}"/>
          </ac:cxnSpMkLst>
        </pc:cxnChg>
        <pc:cxnChg chg="add del mod">
          <ac:chgData name="Tanmay Samak" userId="20166025-7f22-4346-9b98-ec55ab787a06" providerId="ADAL" clId="{71CD7D8E-0563-4FFC-84DA-F31E856AE125}" dt="2023-08-04T04:54:54.785" v="8392" actId="21"/>
          <ac:cxnSpMkLst>
            <pc:docMk/>
            <pc:sldMk cId="609254601" sldId="312"/>
            <ac:cxnSpMk id="58" creationId="{14AE63D6-83B7-DD8E-9BBF-3B3307A6C125}"/>
          </ac:cxnSpMkLst>
        </pc:cxnChg>
        <pc:cxnChg chg="add del mod">
          <ac:chgData name="Tanmay Samak" userId="20166025-7f22-4346-9b98-ec55ab787a06" providerId="ADAL" clId="{71CD7D8E-0563-4FFC-84DA-F31E856AE125}" dt="2023-08-04T04:54:54.785" v="8392" actId="21"/>
          <ac:cxnSpMkLst>
            <pc:docMk/>
            <pc:sldMk cId="609254601" sldId="312"/>
            <ac:cxnSpMk id="61" creationId="{4EB3F73C-41EF-093F-C471-E1280AB0F88A}"/>
          </ac:cxnSpMkLst>
        </pc:cxnChg>
        <pc:cxnChg chg="add del mod">
          <ac:chgData name="Tanmay Samak" userId="20166025-7f22-4346-9b98-ec55ab787a06" providerId="ADAL" clId="{71CD7D8E-0563-4FFC-84DA-F31E856AE125}" dt="2023-08-04T04:55:27.659" v="8398" actId="21"/>
          <ac:cxnSpMkLst>
            <pc:docMk/>
            <pc:sldMk cId="609254601" sldId="312"/>
            <ac:cxnSpMk id="1024" creationId="{2690FCC8-9848-9A3F-186F-07F66F5D3614}"/>
          </ac:cxnSpMkLst>
        </pc:cxnChg>
        <pc:cxnChg chg="add del mod">
          <ac:chgData name="Tanmay Samak" userId="20166025-7f22-4346-9b98-ec55ab787a06" providerId="ADAL" clId="{71CD7D8E-0563-4FFC-84DA-F31E856AE125}" dt="2023-08-04T04:55:27.659" v="8398" actId="21"/>
          <ac:cxnSpMkLst>
            <pc:docMk/>
            <pc:sldMk cId="609254601" sldId="312"/>
            <ac:cxnSpMk id="1025" creationId="{5D2FBEAC-2A94-9834-5075-86B7617B64AF}"/>
          </ac:cxnSpMkLst>
        </pc:cxnChg>
        <pc:cxnChg chg="add del mod">
          <ac:chgData name="Tanmay Samak" userId="20166025-7f22-4346-9b98-ec55ab787a06" providerId="ADAL" clId="{71CD7D8E-0563-4FFC-84DA-F31E856AE125}" dt="2023-08-04T04:55:27.659" v="8398" actId="21"/>
          <ac:cxnSpMkLst>
            <pc:docMk/>
            <pc:sldMk cId="609254601" sldId="312"/>
            <ac:cxnSpMk id="1026" creationId="{39066CEF-0386-6756-00A5-6907042170DA}"/>
          </ac:cxnSpMkLst>
        </pc:cxnChg>
        <pc:cxnChg chg="add del mod">
          <ac:chgData name="Tanmay Samak" userId="20166025-7f22-4346-9b98-ec55ab787a06" providerId="ADAL" clId="{71CD7D8E-0563-4FFC-84DA-F31E856AE125}" dt="2023-08-04T04:55:27.659" v="8398" actId="21"/>
          <ac:cxnSpMkLst>
            <pc:docMk/>
            <pc:sldMk cId="609254601" sldId="312"/>
            <ac:cxnSpMk id="1027" creationId="{87DE3300-D425-C5BD-97E9-24AF497C06C0}"/>
          </ac:cxnSpMkLst>
        </pc:cxnChg>
        <pc:cxnChg chg="add del mod">
          <ac:chgData name="Tanmay Samak" userId="20166025-7f22-4346-9b98-ec55ab787a06" providerId="ADAL" clId="{71CD7D8E-0563-4FFC-84DA-F31E856AE125}" dt="2023-08-04T04:55:27.659" v="8398" actId="21"/>
          <ac:cxnSpMkLst>
            <pc:docMk/>
            <pc:sldMk cId="609254601" sldId="312"/>
            <ac:cxnSpMk id="1028" creationId="{D5656BDE-BD58-6FD2-A953-DC2FB0C502AE}"/>
          </ac:cxnSpMkLst>
        </pc:cxnChg>
        <pc:cxnChg chg="add mod ord">
          <ac:chgData name="Tanmay Samak" userId="20166025-7f22-4346-9b98-ec55ab787a06" providerId="ADAL" clId="{71CD7D8E-0563-4FFC-84DA-F31E856AE125}" dt="2023-08-04T04:55:42.032" v="8400" actId="167"/>
          <ac:cxnSpMkLst>
            <pc:docMk/>
            <pc:sldMk cId="609254601" sldId="312"/>
            <ac:cxnSpMk id="1034" creationId="{870FA17F-C50F-CD80-B296-D266E3ABA51A}"/>
          </ac:cxnSpMkLst>
        </pc:cxnChg>
        <pc:cxnChg chg="add mod ord">
          <ac:chgData name="Tanmay Samak" userId="20166025-7f22-4346-9b98-ec55ab787a06" providerId="ADAL" clId="{71CD7D8E-0563-4FFC-84DA-F31E856AE125}" dt="2023-08-04T04:57:13.265" v="8416" actId="208"/>
          <ac:cxnSpMkLst>
            <pc:docMk/>
            <pc:sldMk cId="609254601" sldId="312"/>
            <ac:cxnSpMk id="1035" creationId="{043E88E7-EC54-FDD0-6F76-F6B1A268D962}"/>
          </ac:cxnSpMkLst>
        </pc:cxnChg>
        <pc:cxnChg chg="add mod ord">
          <ac:chgData name="Tanmay Samak" userId="20166025-7f22-4346-9b98-ec55ab787a06" providerId="ADAL" clId="{71CD7D8E-0563-4FFC-84DA-F31E856AE125}" dt="2023-08-04T04:57:13.265" v="8416" actId="208"/>
          <ac:cxnSpMkLst>
            <pc:docMk/>
            <pc:sldMk cId="609254601" sldId="312"/>
            <ac:cxnSpMk id="1036" creationId="{D3EAE4B7-BE88-79B4-15BF-38E6C14C7DED}"/>
          </ac:cxnSpMkLst>
        </pc:cxnChg>
        <pc:cxnChg chg="add mod ord">
          <ac:chgData name="Tanmay Samak" userId="20166025-7f22-4346-9b98-ec55ab787a06" providerId="ADAL" clId="{71CD7D8E-0563-4FFC-84DA-F31E856AE125}" dt="2023-08-04T04:57:13.265" v="8416" actId="208"/>
          <ac:cxnSpMkLst>
            <pc:docMk/>
            <pc:sldMk cId="609254601" sldId="312"/>
            <ac:cxnSpMk id="1037" creationId="{15EC1686-3E87-97B2-F1AE-3C50FE3457D3}"/>
          </ac:cxnSpMkLst>
        </pc:cxnChg>
        <pc:cxnChg chg="add mod ord">
          <ac:chgData name="Tanmay Samak" userId="20166025-7f22-4346-9b98-ec55ab787a06" providerId="ADAL" clId="{71CD7D8E-0563-4FFC-84DA-F31E856AE125}" dt="2023-08-04T04:57:13.265" v="8416" actId="208"/>
          <ac:cxnSpMkLst>
            <pc:docMk/>
            <pc:sldMk cId="609254601" sldId="312"/>
            <ac:cxnSpMk id="1038" creationId="{6A0883BA-613C-AFB5-58AF-463FB723C4A1}"/>
          </ac:cxnSpMkLst>
        </pc:cxnChg>
      </pc:sldChg>
      <pc:sldChg chg="addSp modSp new del mod">
        <pc:chgData name="Tanmay Samak" userId="20166025-7f22-4346-9b98-ec55ab787a06" providerId="ADAL" clId="{71CD7D8E-0563-4FFC-84DA-F31E856AE125}" dt="2023-08-04T04:52:41.672" v="8364" actId="47"/>
        <pc:sldMkLst>
          <pc:docMk/>
          <pc:sldMk cId="1167263774" sldId="313"/>
        </pc:sldMkLst>
        <pc:spChg chg="mod">
          <ac:chgData name="Tanmay Samak" userId="20166025-7f22-4346-9b98-ec55ab787a06" providerId="ADAL" clId="{71CD7D8E-0563-4FFC-84DA-F31E856AE125}" dt="2023-08-04T04:52:29.545" v="8361" actId="27636"/>
          <ac:spMkLst>
            <pc:docMk/>
            <pc:sldMk cId="1167263774" sldId="313"/>
            <ac:spMk id="2" creationId="{B10FC306-9B4F-F64F-1BA4-2A28B1F32154}"/>
          </ac:spMkLst>
        </pc:spChg>
        <pc:spChg chg="mod">
          <ac:chgData name="Tanmay Samak" userId="20166025-7f22-4346-9b98-ec55ab787a06" providerId="ADAL" clId="{71CD7D8E-0563-4FFC-84DA-F31E856AE125}" dt="2023-08-04T04:52:29.523" v="8360"/>
          <ac:spMkLst>
            <pc:docMk/>
            <pc:sldMk cId="1167263774" sldId="313"/>
            <ac:spMk id="8" creationId="{DAE8164F-C218-D6B1-6762-AAE0160940CE}"/>
          </ac:spMkLst>
        </pc:spChg>
        <pc:spChg chg="mod">
          <ac:chgData name="Tanmay Samak" userId="20166025-7f22-4346-9b98-ec55ab787a06" providerId="ADAL" clId="{71CD7D8E-0563-4FFC-84DA-F31E856AE125}" dt="2023-08-04T04:52:29.523" v="8360"/>
          <ac:spMkLst>
            <pc:docMk/>
            <pc:sldMk cId="1167263774" sldId="313"/>
            <ac:spMk id="9" creationId="{C2AC8A49-8923-8DE6-0B2F-BD6010E29A61}"/>
          </ac:spMkLst>
        </pc:spChg>
        <pc:spChg chg="mod">
          <ac:chgData name="Tanmay Samak" userId="20166025-7f22-4346-9b98-ec55ab787a06" providerId="ADAL" clId="{71CD7D8E-0563-4FFC-84DA-F31E856AE125}" dt="2023-08-04T04:52:29.523" v="8360"/>
          <ac:spMkLst>
            <pc:docMk/>
            <pc:sldMk cId="1167263774" sldId="313"/>
            <ac:spMk id="10" creationId="{7075C7BF-73BE-31B0-67F1-B43BF00FE2E3}"/>
          </ac:spMkLst>
        </pc:spChg>
        <pc:spChg chg="mod">
          <ac:chgData name="Tanmay Samak" userId="20166025-7f22-4346-9b98-ec55ab787a06" providerId="ADAL" clId="{71CD7D8E-0563-4FFC-84DA-F31E856AE125}" dt="2023-08-04T04:52:29.523" v="8360"/>
          <ac:spMkLst>
            <pc:docMk/>
            <pc:sldMk cId="1167263774" sldId="313"/>
            <ac:spMk id="11" creationId="{4D038CF2-A9D5-E17D-9F3C-5D584B3818B6}"/>
          </ac:spMkLst>
        </pc:spChg>
        <pc:spChg chg="mod">
          <ac:chgData name="Tanmay Samak" userId="20166025-7f22-4346-9b98-ec55ab787a06" providerId="ADAL" clId="{71CD7D8E-0563-4FFC-84DA-F31E856AE125}" dt="2023-08-04T04:52:29.523" v="8360"/>
          <ac:spMkLst>
            <pc:docMk/>
            <pc:sldMk cId="1167263774" sldId="313"/>
            <ac:spMk id="12" creationId="{F9B57B2D-1262-3048-21FF-19100E8FDC20}"/>
          </ac:spMkLst>
        </pc:spChg>
        <pc:spChg chg="mod">
          <ac:chgData name="Tanmay Samak" userId="20166025-7f22-4346-9b98-ec55ab787a06" providerId="ADAL" clId="{71CD7D8E-0563-4FFC-84DA-F31E856AE125}" dt="2023-08-04T04:52:29.523" v="8360"/>
          <ac:spMkLst>
            <pc:docMk/>
            <pc:sldMk cId="1167263774" sldId="313"/>
            <ac:spMk id="13" creationId="{55E7B953-828E-DFA4-5AF4-6666678AF52F}"/>
          </ac:spMkLst>
        </pc:spChg>
        <pc:spChg chg="mod">
          <ac:chgData name="Tanmay Samak" userId="20166025-7f22-4346-9b98-ec55ab787a06" providerId="ADAL" clId="{71CD7D8E-0563-4FFC-84DA-F31E856AE125}" dt="2023-08-04T04:52:29.523" v="8360"/>
          <ac:spMkLst>
            <pc:docMk/>
            <pc:sldMk cId="1167263774" sldId="313"/>
            <ac:spMk id="14" creationId="{CEF08774-C6A4-1941-17DD-3F69A2D09B7E}"/>
          </ac:spMkLst>
        </pc:spChg>
        <pc:spChg chg="mod">
          <ac:chgData name="Tanmay Samak" userId="20166025-7f22-4346-9b98-ec55ab787a06" providerId="ADAL" clId="{71CD7D8E-0563-4FFC-84DA-F31E856AE125}" dt="2023-08-04T04:52:29.523" v="8360"/>
          <ac:spMkLst>
            <pc:docMk/>
            <pc:sldMk cId="1167263774" sldId="313"/>
            <ac:spMk id="15" creationId="{85635C09-5A34-5D0F-B2AE-B0A14F9A272F}"/>
          </ac:spMkLst>
        </pc:spChg>
        <pc:grpChg chg="add mod">
          <ac:chgData name="Tanmay Samak" userId="20166025-7f22-4346-9b98-ec55ab787a06" providerId="ADAL" clId="{71CD7D8E-0563-4FFC-84DA-F31E856AE125}" dt="2023-08-04T04:52:36.776" v="8362" actId="1076"/>
          <ac:grpSpMkLst>
            <pc:docMk/>
            <pc:sldMk cId="1167263774" sldId="313"/>
            <ac:grpSpMk id="6" creationId="{980875B1-DB8D-4080-2D98-2D063C2F5C50}"/>
          </ac:grpSpMkLst>
        </pc:grpChg>
        <pc:cxnChg chg="mod">
          <ac:chgData name="Tanmay Samak" userId="20166025-7f22-4346-9b98-ec55ab787a06" providerId="ADAL" clId="{71CD7D8E-0563-4FFC-84DA-F31E856AE125}" dt="2023-08-04T04:52:29.523" v="8360"/>
          <ac:cxnSpMkLst>
            <pc:docMk/>
            <pc:sldMk cId="1167263774" sldId="313"/>
            <ac:cxnSpMk id="7" creationId="{680701C2-F9B1-800F-6B88-9FC2CC0D1D57}"/>
          </ac:cxnSpMkLst>
        </pc:cxnChg>
      </pc:sldChg>
      <pc:sldChg chg="modSp add mod">
        <pc:chgData name="Tanmay Samak" userId="20166025-7f22-4346-9b98-ec55ab787a06" providerId="ADAL" clId="{71CD7D8E-0563-4FFC-84DA-F31E856AE125}" dt="2023-08-04T06:00:00.901" v="9171" actId="27107"/>
        <pc:sldMkLst>
          <pc:docMk/>
          <pc:sldMk cId="1880113145" sldId="313"/>
        </pc:sldMkLst>
        <pc:spChg chg="mod">
          <ac:chgData name="Tanmay Samak" userId="20166025-7f22-4346-9b98-ec55ab787a06" providerId="ADAL" clId="{71CD7D8E-0563-4FFC-84DA-F31E856AE125}" dt="2023-08-04T06:00:00.901" v="9171" actId="27107"/>
          <ac:spMkLst>
            <pc:docMk/>
            <pc:sldMk cId="1880113145" sldId="313"/>
            <ac:spMk id="3" creationId="{19F2D61E-BBDD-019A-A6F5-CF5FB6BE754B}"/>
          </ac:spMkLst>
        </pc:spChg>
      </pc:sldChg>
    </pc:docChg>
  </pc:docChgLst>
  <pc:docChgLst>
    <pc:chgData name="Chinmay Samak" userId="S::csamak@clemson.edu::5307509c-3a6e-47da-b024-dc6909734887" providerId="AD" clId="Web-{884CE149-11B5-4F65-9512-831D2F1DBB46}"/>
    <pc:docChg chg="modSld">
      <pc:chgData name="Chinmay Samak" userId="S::csamak@clemson.edu::5307509c-3a6e-47da-b024-dc6909734887" providerId="AD" clId="Web-{884CE149-11B5-4F65-9512-831D2F1DBB46}" dt="2022-10-19T15:40:47.195" v="0" actId="20577"/>
      <pc:docMkLst>
        <pc:docMk/>
      </pc:docMkLst>
      <pc:sldChg chg="modSp">
        <pc:chgData name="Chinmay Samak" userId="S::csamak@clemson.edu::5307509c-3a6e-47da-b024-dc6909734887" providerId="AD" clId="Web-{884CE149-11B5-4F65-9512-831D2F1DBB46}" dt="2022-10-19T15:40:47.195" v="0" actId="20577"/>
        <pc:sldMkLst>
          <pc:docMk/>
          <pc:sldMk cId="286496397" sldId="256"/>
        </pc:sldMkLst>
        <pc:spChg chg="mod">
          <ac:chgData name="Chinmay Samak" userId="S::csamak@clemson.edu::5307509c-3a6e-47da-b024-dc6909734887" providerId="AD" clId="Web-{884CE149-11B5-4F65-9512-831D2F1DBB46}" dt="2022-10-19T15:40:47.195" v="0" actId="20577"/>
          <ac:spMkLst>
            <pc:docMk/>
            <pc:sldMk cId="286496397" sldId="256"/>
            <ac:spMk id="2" creationId="{311FA87B-C4EF-9366-D633-477A8962826E}"/>
          </ac:spMkLst>
        </pc:spChg>
      </pc:sldChg>
    </pc:docChg>
  </pc:docChgLst>
  <pc:docChgLst>
    <pc:chgData name="Chinmay Samak" userId="5307509c-3a6e-47da-b024-dc6909734887" providerId="ADAL" clId="{950D0B1B-4EDA-499D-9D08-B8CFF4577A5A}"/>
    <pc:docChg chg="undo redo custSel modSld">
      <pc:chgData name="Chinmay Samak" userId="5307509c-3a6e-47da-b024-dc6909734887" providerId="ADAL" clId="{950D0B1B-4EDA-499D-9D08-B8CFF4577A5A}" dt="2023-10-03T20:30:40.010" v="94" actId="20577"/>
      <pc:docMkLst>
        <pc:docMk/>
      </pc:docMkLst>
      <pc:sldChg chg="modSp mod">
        <pc:chgData name="Chinmay Samak" userId="5307509c-3a6e-47da-b024-dc6909734887" providerId="ADAL" clId="{950D0B1B-4EDA-499D-9D08-B8CFF4577A5A}" dt="2023-10-03T20:30:40.010" v="94" actId="20577"/>
        <pc:sldMkLst>
          <pc:docMk/>
          <pc:sldMk cId="1924754991" sldId="286"/>
        </pc:sldMkLst>
        <pc:spChg chg="mod">
          <ac:chgData name="Chinmay Samak" userId="5307509c-3a6e-47da-b024-dc6909734887" providerId="ADAL" clId="{950D0B1B-4EDA-499D-9D08-B8CFF4577A5A}" dt="2023-10-03T20:30:39.924" v="91" actId="20577"/>
          <ac:spMkLst>
            <pc:docMk/>
            <pc:sldMk cId="1924754991" sldId="286"/>
            <ac:spMk id="6" creationId="{196BDAE7-C129-FC65-CD43-44842C4C2B98}"/>
          </ac:spMkLst>
        </pc:spChg>
        <pc:spChg chg="mod">
          <ac:chgData name="Chinmay Samak" userId="5307509c-3a6e-47da-b024-dc6909734887" providerId="ADAL" clId="{950D0B1B-4EDA-499D-9D08-B8CFF4577A5A}" dt="2023-10-03T20:30:39.783" v="87" actId="20577"/>
          <ac:spMkLst>
            <pc:docMk/>
            <pc:sldMk cId="1924754991" sldId="286"/>
            <ac:spMk id="7" creationId="{548BC11D-4428-3434-A9C6-7A138878068D}"/>
          </ac:spMkLst>
        </pc:spChg>
        <pc:spChg chg="mod">
          <ac:chgData name="Chinmay Samak" userId="5307509c-3a6e-47da-b024-dc6909734887" providerId="ADAL" clId="{950D0B1B-4EDA-499D-9D08-B8CFF4577A5A}" dt="2023-10-03T20:30:39.241" v="85" actId="20577"/>
          <ac:spMkLst>
            <pc:docMk/>
            <pc:sldMk cId="1924754991" sldId="286"/>
            <ac:spMk id="10" creationId="{E819B729-02EE-BD14-8363-C966460BB2DA}"/>
          </ac:spMkLst>
        </pc:spChg>
        <pc:spChg chg="mod">
          <ac:chgData name="Chinmay Samak" userId="5307509c-3a6e-47da-b024-dc6909734887" providerId="ADAL" clId="{950D0B1B-4EDA-499D-9D08-B8CFF4577A5A}" dt="2023-10-03T20:30:39.991" v="93" actId="20577"/>
          <ac:spMkLst>
            <pc:docMk/>
            <pc:sldMk cId="1924754991" sldId="286"/>
            <ac:spMk id="11" creationId="{39E46BEE-3472-2DB9-3BD8-EF993F70E643}"/>
          </ac:spMkLst>
        </pc:spChg>
        <pc:spChg chg="mod">
          <ac:chgData name="Chinmay Samak" userId="5307509c-3a6e-47da-b024-dc6909734887" providerId="ADAL" clId="{950D0B1B-4EDA-499D-9D08-B8CFF4577A5A}" dt="2023-10-03T20:30:40.010" v="94" actId="20577"/>
          <ac:spMkLst>
            <pc:docMk/>
            <pc:sldMk cId="1924754991" sldId="286"/>
            <ac:spMk id="25" creationId="{6E0A69B9-2AE4-1D8A-5B13-C0D612BB505A}"/>
          </ac:spMkLst>
        </pc:spChg>
        <pc:spChg chg="mod">
          <ac:chgData name="Chinmay Samak" userId="5307509c-3a6e-47da-b024-dc6909734887" providerId="ADAL" clId="{950D0B1B-4EDA-499D-9D08-B8CFF4577A5A}" dt="2023-10-03T20:30:39.943" v="92" actId="20577"/>
          <ac:spMkLst>
            <pc:docMk/>
            <pc:sldMk cId="1924754991" sldId="286"/>
            <ac:spMk id="26" creationId="{92B8F4A1-9507-AAC1-6051-FEAE8DDF77AB}"/>
          </ac:spMkLst>
        </pc:spChg>
        <pc:spChg chg="mod">
          <ac:chgData name="Chinmay Samak" userId="5307509c-3a6e-47da-b024-dc6909734887" providerId="ADAL" clId="{950D0B1B-4EDA-499D-9D08-B8CFF4577A5A}" dt="2023-10-03T20:30:39.901" v="90" actId="20577"/>
          <ac:spMkLst>
            <pc:docMk/>
            <pc:sldMk cId="1924754991" sldId="286"/>
            <ac:spMk id="28" creationId="{E4876B2C-B718-A363-3FD2-1B262F03E2B6}"/>
          </ac:spMkLst>
        </pc:spChg>
        <pc:spChg chg="mod">
          <ac:chgData name="Chinmay Samak" userId="5307509c-3a6e-47da-b024-dc6909734887" providerId="ADAL" clId="{950D0B1B-4EDA-499D-9D08-B8CFF4577A5A}" dt="2023-10-03T20:30:39.848" v="89" actId="20577"/>
          <ac:spMkLst>
            <pc:docMk/>
            <pc:sldMk cId="1924754991" sldId="286"/>
            <ac:spMk id="29" creationId="{3DE73F44-3DC2-49BF-225E-A1984695F3C7}"/>
          </ac:spMkLst>
        </pc:spChg>
        <pc:spChg chg="mod">
          <ac:chgData name="Chinmay Samak" userId="5307509c-3a6e-47da-b024-dc6909734887" providerId="ADAL" clId="{950D0B1B-4EDA-499D-9D08-B8CFF4577A5A}" dt="2023-10-03T20:30:39.828" v="88" actId="20577"/>
          <ac:spMkLst>
            <pc:docMk/>
            <pc:sldMk cId="1924754991" sldId="286"/>
            <ac:spMk id="30" creationId="{000A8E61-B96C-D9FD-A5C6-628D4C50FA23}"/>
          </ac:spMkLst>
        </pc:spChg>
        <pc:spChg chg="mod">
          <ac:chgData name="Chinmay Samak" userId="5307509c-3a6e-47da-b024-dc6909734887" providerId="ADAL" clId="{950D0B1B-4EDA-499D-9D08-B8CFF4577A5A}" dt="2023-10-03T20:30:39.737" v="86" actId="20577"/>
          <ac:spMkLst>
            <pc:docMk/>
            <pc:sldMk cId="1924754991" sldId="286"/>
            <ac:spMk id="31" creationId="{460BEA74-AA12-AAE5-FACC-08F9C36F08D3}"/>
          </ac:spMkLst>
        </pc:spChg>
        <pc:spChg chg="mod">
          <ac:chgData name="Chinmay Samak" userId="5307509c-3a6e-47da-b024-dc6909734887" providerId="ADAL" clId="{950D0B1B-4EDA-499D-9D08-B8CFF4577A5A}" dt="2023-10-03T20:22:31.235" v="32" actId="20577"/>
          <ac:spMkLst>
            <pc:docMk/>
            <pc:sldMk cId="1924754991" sldId="286"/>
            <ac:spMk id="32" creationId="{79D9078D-C091-3579-82E9-5D8FCBD22DDF}"/>
          </ac:spMkLst>
        </pc:spChg>
        <pc:spChg chg="mod">
          <ac:chgData name="Chinmay Samak" userId="5307509c-3a6e-47da-b024-dc6909734887" providerId="ADAL" clId="{950D0B1B-4EDA-499D-9D08-B8CFF4577A5A}" dt="2023-10-03T20:22:31.132" v="29" actId="20577"/>
          <ac:spMkLst>
            <pc:docMk/>
            <pc:sldMk cId="1924754991" sldId="286"/>
            <ac:spMk id="33" creationId="{146FCB4B-B52A-982B-08DA-3AC97DAE4FE0}"/>
          </ac:spMkLst>
        </pc:spChg>
        <pc:spChg chg="mod">
          <ac:chgData name="Chinmay Samak" userId="5307509c-3a6e-47da-b024-dc6909734887" providerId="ADAL" clId="{950D0B1B-4EDA-499D-9D08-B8CFF4577A5A}" dt="2023-10-03T20:22:31.105" v="28" actId="20577"/>
          <ac:spMkLst>
            <pc:docMk/>
            <pc:sldMk cId="1924754991" sldId="286"/>
            <ac:spMk id="34" creationId="{D899E69C-567D-6F52-B1A3-EA4D5E90D206}"/>
          </ac:spMkLst>
        </pc:spChg>
        <pc:spChg chg="mod">
          <ac:chgData name="Chinmay Samak" userId="5307509c-3a6e-47da-b024-dc6909734887" providerId="ADAL" clId="{950D0B1B-4EDA-499D-9D08-B8CFF4577A5A}" dt="2023-10-03T20:22:31.066" v="27" actId="20577"/>
          <ac:spMkLst>
            <pc:docMk/>
            <pc:sldMk cId="1924754991" sldId="286"/>
            <ac:spMk id="35" creationId="{172F70A4-91E5-9BB1-9B5F-8AE1C7E8FA2D}"/>
          </ac:spMkLst>
        </pc:spChg>
        <pc:spChg chg="mod">
          <ac:chgData name="Chinmay Samak" userId="5307509c-3a6e-47da-b024-dc6909734887" providerId="ADAL" clId="{950D0B1B-4EDA-499D-9D08-B8CFF4577A5A}" dt="2023-10-03T20:22:30.552" v="26" actId="20577"/>
          <ac:spMkLst>
            <pc:docMk/>
            <pc:sldMk cId="1924754991" sldId="286"/>
            <ac:spMk id="36" creationId="{894B9307-6C82-5B36-C9A2-F8AB6C34BBED}"/>
          </ac:spMkLst>
        </pc:spChg>
      </pc:sldChg>
    </pc:docChg>
  </pc:docChgLst>
  <pc:docChgLst>
    <pc:chgData name="Tanmay Samak" userId="20166025-7f22-4346-9b98-ec55ab787a06" providerId="ADAL" clId="{80E0E721-19AE-46BB-B38B-5DE6E6D52B1B}"/>
    <pc:docChg chg="undo redo custSel addSld delSld modSld sldOrd addSection modSection">
      <pc:chgData name="Tanmay Samak" userId="20166025-7f22-4346-9b98-ec55ab787a06" providerId="ADAL" clId="{80E0E721-19AE-46BB-B38B-5DE6E6D52B1B}" dt="2023-08-27T20:42:59.456" v="16433" actId="5793"/>
      <pc:docMkLst>
        <pc:docMk/>
      </pc:docMkLst>
      <pc:sldChg chg="modNotesTx">
        <pc:chgData name="Tanmay Samak" userId="20166025-7f22-4346-9b98-ec55ab787a06" providerId="ADAL" clId="{80E0E721-19AE-46BB-B38B-5DE6E6D52B1B}" dt="2023-08-27T20:42:59.456" v="16433" actId="5793"/>
        <pc:sldMkLst>
          <pc:docMk/>
          <pc:sldMk cId="286496397" sldId="256"/>
        </pc:sldMkLst>
      </pc:sldChg>
      <pc:sldChg chg="addSp modSp mod modNotesTx">
        <pc:chgData name="Tanmay Samak" userId="20166025-7f22-4346-9b98-ec55ab787a06" providerId="ADAL" clId="{80E0E721-19AE-46BB-B38B-5DE6E6D52B1B}" dt="2023-08-27T20:42:59.302" v="16428" actId="20577"/>
        <pc:sldMkLst>
          <pc:docMk/>
          <pc:sldMk cId="306691157" sldId="257"/>
        </pc:sldMkLst>
        <pc:spChg chg="add mod">
          <ac:chgData name="Tanmay Samak" userId="20166025-7f22-4346-9b98-ec55ab787a06" providerId="ADAL" clId="{80E0E721-19AE-46BB-B38B-5DE6E6D52B1B}" dt="2023-08-24T01:23:32.741" v="12163" actId="208"/>
          <ac:spMkLst>
            <pc:docMk/>
            <pc:sldMk cId="306691157" sldId="257"/>
            <ac:spMk id="28" creationId="{4C101AA6-203C-9E35-9E1D-11477B05F862}"/>
          </ac:spMkLst>
        </pc:spChg>
        <pc:spChg chg="add mod">
          <ac:chgData name="Tanmay Samak" userId="20166025-7f22-4346-9b98-ec55ab787a06" providerId="ADAL" clId="{80E0E721-19AE-46BB-B38B-5DE6E6D52B1B}" dt="2023-08-24T01:23:09.474" v="12160"/>
          <ac:spMkLst>
            <pc:docMk/>
            <pc:sldMk cId="306691157" sldId="257"/>
            <ac:spMk id="29" creationId="{291992D0-BB73-A0EC-EC2D-20EBD1960EC3}"/>
          </ac:spMkLst>
        </pc:spChg>
        <pc:spChg chg="add mod">
          <ac:chgData name="Tanmay Samak" userId="20166025-7f22-4346-9b98-ec55ab787a06" providerId="ADAL" clId="{80E0E721-19AE-46BB-B38B-5DE6E6D52B1B}" dt="2023-08-24T01:23:09.474" v="12160"/>
          <ac:spMkLst>
            <pc:docMk/>
            <pc:sldMk cId="306691157" sldId="257"/>
            <ac:spMk id="30" creationId="{5928C768-91FF-671E-8106-2628E2B7566F}"/>
          </ac:spMkLst>
        </pc:spChg>
        <pc:spChg chg="add mod">
          <ac:chgData name="Tanmay Samak" userId="20166025-7f22-4346-9b98-ec55ab787a06" providerId="ADAL" clId="{80E0E721-19AE-46BB-B38B-5DE6E6D52B1B}" dt="2023-08-24T01:23:09.474" v="12160"/>
          <ac:spMkLst>
            <pc:docMk/>
            <pc:sldMk cId="306691157" sldId="257"/>
            <ac:spMk id="31" creationId="{AA179D53-77E3-8F24-7386-293BB4B7E421}"/>
          </ac:spMkLst>
        </pc:spChg>
        <pc:spChg chg="add mod">
          <ac:chgData name="Tanmay Samak" userId="20166025-7f22-4346-9b98-ec55ab787a06" providerId="ADAL" clId="{80E0E721-19AE-46BB-B38B-5DE6E6D52B1B}" dt="2023-08-24T01:23:14.330" v="12161" actId="207"/>
          <ac:spMkLst>
            <pc:docMk/>
            <pc:sldMk cId="306691157" sldId="257"/>
            <ac:spMk id="32" creationId="{42DAD702-25CD-7CA0-0638-5F222425C5A7}"/>
          </ac:spMkLst>
        </pc:spChg>
        <pc:spChg chg="add mod">
          <ac:chgData name="Tanmay Samak" userId="20166025-7f22-4346-9b98-ec55ab787a06" providerId="ADAL" clId="{80E0E721-19AE-46BB-B38B-5DE6E6D52B1B}" dt="2023-08-24T01:23:09.474" v="12160"/>
          <ac:spMkLst>
            <pc:docMk/>
            <pc:sldMk cId="306691157" sldId="257"/>
            <ac:spMk id="33" creationId="{BD3CCF82-0ACA-086B-FAA1-78DD029DE27B}"/>
          </ac:spMkLst>
        </pc:spChg>
        <pc:spChg chg="add mod">
          <ac:chgData name="Tanmay Samak" userId="20166025-7f22-4346-9b98-ec55ab787a06" providerId="ADAL" clId="{80E0E721-19AE-46BB-B38B-5DE6E6D52B1B}" dt="2023-08-24T01:23:09.474" v="12160"/>
          <ac:spMkLst>
            <pc:docMk/>
            <pc:sldMk cId="306691157" sldId="257"/>
            <ac:spMk id="34" creationId="{471763B7-8529-4DF6-C7E3-4351983AA50D}"/>
          </ac:spMkLst>
        </pc:spChg>
        <pc:spChg chg="add mod">
          <ac:chgData name="Tanmay Samak" userId="20166025-7f22-4346-9b98-ec55ab787a06" providerId="ADAL" clId="{80E0E721-19AE-46BB-B38B-5DE6E6D52B1B}" dt="2023-08-24T01:23:09.474" v="12160"/>
          <ac:spMkLst>
            <pc:docMk/>
            <pc:sldMk cId="306691157" sldId="257"/>
            <ac:spMk id="35" creationId="{FE3FCAA5-57F7-3210-19E5-FDD428DB5100}"/>
          </ac:spMkLst>
        </pc:spChg>
        <pc:graphicFrameChg chg="mod modGraphic">
          <ac:chgData name="Tanmay Samak" userId="20166025-7f22-4346-9b98-ec55ab787a06" providerId="ADAL" clId="{80E0E721-19AE-46BB-B38B-5DE6E6D52B1B}" dt="2023-08-24T01:22:34.657" v="12159" actId="20577"/>
          <ac:graphicFrameMkLst>
            <pc:docMk/>
            <pc:sldMk cId="306691157" sldId="257"/>
            <ac:graphicFrameMk id="10" creationId="{AB2A4779-3F8C-36F7-22E8-F41D5647D09D}"/>
          </ac:graphicFrameMkLst>
        </pc:graphicFrameChg>
        <pc:graphicFrameChg chg="mod">
          <ac:chgData name="Tanmay Samak" userId="20166025-7f22-4346-9b98-ec55ab787a06" providerId="ADAL" clId="{80E0E721-19AE-46BB-B38B-5DE6E6D52B1B}" dt="2023-08-24T01:21:56.128" v="12150" actId="14100"/>
          <ac:graphicFrameMkLst>
            <pc:docMk/>
            <pc:sldMk cId="306691157" sldId="257"/>
            <ac:graphicFrameMk id="14" creationId="{9485BEC1-CF68-2287-ECC6-1BB0E41F8559}"/>
          </ac:graphicFrameMkLst>
        </pc:graphicFrameChg>
        <pc:graphicFrameChg chg="mod">
          <ac:chgData name="Tanmay Samak" userId="20166025-7f22-4346-9b98-ec55ab787a06" providerId="ADAL" clId="{80E0E721-19AE-46BB-B38B-5DE6E6D52B1B}" dt="2023-08-24T09:40:15.689" v="12462" actId="1036"/>
          <ac:graphicFrameMkLst>
            <pc:docMk/>
            <pc:sldMk cId="306691157" sldId="257"/>
            <ac:graphicFrameMk id="18" creationId="{6EE4608B-1239-3A41-DAE6-8560E23A1771}"/>
          </ac:graphicFrameMkLst>
        </pc:graphicFrameChg>
        <pc:graphicFrameChg chg="mod">
          <ac:chgData name="Tanmay Samak" userId="20166025-7f22-4346-9b98-ec55ab787a06" providerId="ADAL" clId="{80E0E721-19AE-46BB-B38B-5DE6E6D52B1B}" dt="2023-08-24T01:21:47.104" v="12149" actId="14100"/>
          <ac:graphicFrameMkLst>
            <pc:docMk/>
            <pc:sldMk cId="306691157" sldId="257"/>
            <ac:graphicFrameMk id="22" creationId="{51EAC666-64E2-6C52-850E-88C8D93E262C}"/>
          </ac:graphicFrameMkLst>
        </pc:graphicFrameChg>
        <pc:cxnChg chg="add mod">
          <ac:chgData name="Tanmay Samak" userId="20166025-7f22-4346-9b98-ec55ab787a06" providerId="ADAL" clId="{80E0E721-19AE-46BB-B38B-5DE6E6D52B1B}" dt="2023-08-24T01:23:32.741" v="12163" actId="208"/>
          <ac:cxnSpMkLst>
            <pc:docMk/>
            <pc:sldMk cId="306691157" sldId="257"/>
            <ac:cxnSpMk id="3" creationId="{F2AB5F00-E6D1-45DF-A2A5-94DBCB3A5601}"/>
          </ac:cxnSpMkLst>
        </pc:cxnChg>
        <pc:cxnChg chg="add mod">
          <ac:chgData name="Tanmay Samak" userId="20166025-7f22-4346-9b98-ec55ab787a06" providerId="ADAL" clId="{80E0E721-19AE-46BB-B38B-5DE6E6D52B1B}" dt="2023-08-24T01:23:09.474" v="12160"/>
          <ac:cxnSpMkLst>
            <pc:docMk/>
            <pc:sldMk cId="306691157" sldId="257"/>
            <ac:cxnSpMk id="24" creationId="{C22CD6AC-A54F-020E-17AE-0AFCC1239F36}"/>
          </ac:cxnSpMkLst>
        </pc:cxnChg>
        <pc:cxnChg chg="add mod">
          <ac:chgData name="Tanmay Samak" userId="20166025-7f22-4346-9b98-ec55ab787a06" providerId="ADAL" clId="{80E0E721-19AE-46BB-B38B-5DE6E6D52B1B}" dt="2023-08-24T01:23:09.474" v="12160"/>
          <ac:cxnSpMkLst>
            <pc:docMk/>
            <pc:sldMk cId="306691157" sldId="257"/>
            <ac:cxnSpMk id="25" creationId="{ADECBD14-BF70-446F-854A-9F40058760EC}"/>
          </ac:cxnSpMkLst>
        </pc:cxnChg>
        <pc:cxnChg chg="add mod">
          <ac:chgData name="Tanmay Samak" userId="20166025-7f22-4346-9b98-ec55ab787a06" providerId="ADAL" clId="{80E0E721-19AE-46BB-B38B-5DE6E6D52B1B}" dt="2023-08-24T01:23:09.474" v="12160"/>
          <ac:cxnSpMkLst>
            <pc:docMk/>
            <pc:sldMk cId="306691157" sldId="257"/>
            <ac:cxnSpMk id="26" creationId="{F5ACADCC-4F9A-1181-5471-3A2CAD7DE588}"/>
          </ac:cxnSpMkLst>
        </pc:cxnChg>
        <pc:cxnChg chg="add mod">
          <ac:chgData name="Tanmay Samak" userId="20166025-7f22-4346-9b98-ec55ab787a06" providerId="ADAL" clId="{80E0E721-19AE-46BB-B38B-5DE6E6D52B1B}" dt="2023-08-24T01:23:09.474" v="12160"/>
          <ac:cxnSpMkLst>
            <pc:docMk/>
            <pc:sldMk cId="306691157" sldId="257"/>
            <ac:cxnSpMk id="27" creationId="{817DBD95-E3C7-249D-92B9-67277238CE07}"/>
          </ac:cxnSpMkLst>
        </pc:cxnChg>
      </pc:sldChg>
      <pc:sldChg chg="addSp modSp mod modNotesTx">
        <pc:chgData name="Tanmay Samak" userId="20166025-7f22-4346-9b98-ec55ab787a06" providerId="ADAL" clId="{80E0E721-19AE-46BB-B38B-5DE6E6D52B1B}" dt="2023-08-27T20:42:59.070" v="16421" actId="20577"/>
        <pc:sldMkLst>
          <pc:docMk/>
          <pc:sldMk cId="3590788104" sldId="273"/>
        </pc:sldMkLst>
        <pc:spChg chg="mod">
          <ac:chgData name="Tanmay Samak" userId="20166025-7f22-4346-9b98-ec55ab787a06" providerId="ADAL" clId="{80E0E721-19AE-46BB-B38B-5DE6E6D52B1B}" dt="2023-08-08T19:17:06.530" v="2023"/>
          <ac:spMkLst>
            <pc:docMk/>
            <pc:sldMk cId="3590788104" sldId="273"/>
            <ac:spMk id="3" creationId="{20FEE75E-4191-DF81-29B1-94AD70DB3537}"/>
          </ac:spMkLst>
        </pc:spChg>
        <pc:spChg chg="add mod">
          <ac:chgData name="Tanmay Samak" userId="20166025-7f22-4346-9b98-ec55ab787a06" providerId="ADAL" clId="{80E0E721-19AE-46BB-B38B-5DE6E6D52B1B}" dt="2023-08-25T01:56:44.475" v="15247" actId="403"/>
          <ac:spMkLst>
            <pc:docMk/>
            <pc:sldMk cId="3590788104" sldId="273"/>
            <ac:spMk id="25" creationId="{C7E361FD-726D-D5E9-9E01-FD1E2B774C27}"/>
          </ac:spMkLst>
        </pc:spChg>
      </pc:sldChg>
      <pc:sldChg chg="addSp delSp modSp mod">
        <pc:chgData name="Tanmay Samak" userId="20166025-7f22-4346-9b98-ec55ab787a06" providerId="ADAL" clId="{80E0E721-19AE-46BB-B38B-5DE6E6D52B1B}" dt="2023-08-21T01:11:24.126" v="10019"/>
        <pc:sldMkLst>
          <pc:docMk/>
          <pc:sldMk cId="2120211666" sldId="274"/>
        </pc:sldMkLst>
        <pc:spChg chg="mod">
          <ac:chgData name="Tanmay Samak" userId="20166025-7f22-4346-9b98-ec55ab787a06" providerId="ADAL" clId="{80E0E721-19AE-46BB-B38B-5DE6E6D52B1B}" dt="2023-08-21T01:11:24.126" v="10019"/>
          <ac:spMkLst>
            <pc:docMk/>
            <pc:sldMk cId="2120211666" sldId="274"/>
            <ac:spMk id="3" creationId="{20FEE75E-4191-DF81-29B1-94AD70DB3537}"/>
          </ac:spMkLst>
        </pc:spChg>
        <pc:spChg chg="mod">
          <ac:chgData name="Tanmay Samak" userId="20166025-7f22-4346-9b98-ec55ab787a06" providerId="ADAL" clId="{80E0E721-19AE-46BB-B38B-5DE6E6D52B1B}" dt="2023-08-20T18:18:07.240" v="9207" actId="20577"/>
          <ac:spMkLst>
            <pc:docMk/>
            <pc:sldMk cId="2120211666" sldId="274"/>
            <ac:spMk id="6" creationId="{88B6F1FF-3674-DCC5-3802-729F0F166793}"/>
          </ac:spMkLst>
        </pc:spChg>
        <pc:spChg chg="mod">
          <ac:chgData name="Tanmay Samak" userId="20166025-7f22-4346-9b98-ec55ab787a06" providerId="ADAL" clId="{80E0E721-19AE-46BB-B38B-5DE6E6D52B1B}" dt="2023-08-20T18:17:57.351" v="9197" actId="20577"/>
          <ac:spMkLst>
            <pc:docMk/>
            <pc:sldMk cId="2120211666" sldId="274"/>
            <ac:spMk id="8" creationId="{5D381926-3640-1582-8853-B03F407D8532}"/>
          </ac:spMkLst>
        </pc:spChg>
        <pc:spChg chg="add mod">
          <ac:chgData name="Tanmay Samak" userId="20166025-7f22-4346-9b98-ec55ab787a06" providerId="ADAL" clId="{80E0E721-19AE-46BB-B38B-5DE6E6D52B1B}" dt="2023-08-20T18:18:35.386" v="9225" actId="20577"/>
          <ac:spMkLst>
            <pc:docMk/>
            <pc:sldMk cId="2120211666" sldId="274"/>
            <ac:spMk id="9" creationId="{2D506914-F50F-BF24-2F27-90C78EA900CF}"/>
          </ac:spMkLst>
        </pc:spChg>
        <pc:spChg chg="del">
          <ac:chgData name="Tanmay Samak" userId="20166025-7f22-4346-9b98-ec55ab787a06" providerId="ADAL" clId="{80E0E721-19AE-46BB-B38B-5DE6E6D52B1B}" dt="2023-08-07T18:57:32.280" v="1599" actId="478"/>
          <ac:spMkLst>
            <pc:docMk/>
            <pc:sldMk cId="2120211666" sldId="274"/>
            <ac:spMk id="9" creationId="{E22A7342-87AF-1030-13DF-4F02589F55DB}"/>
          </ac:spMkLst>
        </pc:spChg>
        <pc:picChg chg="del">
          <ac:chgData name="Tanmay Samak" userId="20166025-7f22-4346-9b98-ec55ab787a06" providerId="ADAL" clId="{80E0E721-19AE-46BB-B38B-5DE6E6D52B1B}" dt="2023-08-07T18:57:32.280" v="1599" actId="478"/>
          <ac:picMkLst>
            <pc:docMk/>
            <pc:sldMk cId="2120211666" sldId="274"/>
            <ac:picMk id="3076" creationId="{2E8D1F3C-4973-30BF-B566-A93A3013A3A8}"/>
          </ac:picMkLst>
        </pc:picChg>
      </pc:sldChg>
      <pc:sldChg chg="delSp add del mod modShow">
        <pc:chgData name="Tanmay Samak" userId="20166025-7f22-4346-9b98-ec55ab787a06" providerId="ADAL" clId="{80E0E721-19AE-46BB-B38B-5DE6E6D52B1B}" dt="2023-08-08T19:18:24.398" v="2038" actId="47"/>
        <pc:sldMkLst>
          <pc:docMk/>
          <pc:sldMk cId="3527120456" sldId="277"/>
        </pc:sldMkLst>
        <pc:picChg chg="del">
          <ac:chgData name="Tanmay Samak" userId="20166025-7f22-4346-9b98-ec55ab787a06" providerId="ADAL" clId="{80E0E721-19AE-46BB-B38B-5DE6E6D52B1B}" dt="2023-08-08T19:18:09.521" v="2036" actId="21"/>
          <ac:picMkLst>
            <pc:docMk/>
            <pc:sldMk cId="3527120456" sldId="277"/>
            <ac:picMk id="6" creationId="{EB2600B5-707C-7493-C06D-0A2969378830}"/>
          </ac:picMkLst>
        </pc:picChg>
      </pc:sldChg>
      <pc:sldChg chg="addSp delSp modSp mod delCm">
        <pc:chgData name="Tanmay Samak" userId="20166025-7f22-4346-9b98-ec55ab787a06" providerId="ADAL" clId="{80E0E721-19AE-46BB-B38B-5DE6E6D52B1B}" dt="2023-08-24T01:26:07.450" v="12180"/>
        <pc:sldMkLst>
          <pc:docMk/>
          <pc:sldMk cId="3200012562" sldId="279"/>
        </pc:sldMkLst>
        <pc:spChg chg="del">
          <ac:chgData name="Tanmay Samak" userId="20166025-7f22-4346-9b98-ec55ab787a06" providerId="ADAL" clId="{80E0E721-19AE-46BB-B38B-5DE6E6D52B1B}" dt="2023-08-24T01:26:07.056" v="12179" actId="478"/>
          <ac:spMkLst>
            <pc:docMk/>
            <pc:sldMk cId="3200012562" sldId="279"/>
            <ac:spMk id="3" creationId="{073422AC-F843-7F9E-E141-9FF5D3CB8DC3}"/>
          </ac:spMkLst>
        </pc:spChg>
        <pc:spChg chg="del">
          <ac:chgData name="Tanmay Samak" userId="20166025-7f22-4346-9b98-ec55ab787a06" providerId="ADAL" clId="{80E0E721-19AE-46BB-B38B-5DE6E6D52B1B}" dt="2023-08-24T01:26:07.056" v="12179" actId="478"/>
          <ac:spMkLst>
            <pc:docMk/>
            <pc:sldMk cId="3200012562" sldId="279"/>
            <ac:spMk id="25" creationId="{85C0529E-5D9B-1ECC-7F52-7912F9787A5F}"/>
          </ac:spMkLst>
        </pc:spChg>
        <pc:spChg chg="add mod">
          <ac:chgData name="Tanmay Samak" userId="20166025-7f22-4346-9b98-ec55ab787a06" providerId="ADAL" clId="{80E0E721-19AE-46BB-B38B-5DE6E6D52B1B}" dt="2023-08-14T18:12:47.782" v="7985"/>
          <ac:spMkLst>
            <pc:docMk/>
            <pc:sldMk cId="3200012562" sldId="279"/>
            <ac:spMk id="26" creationId="{C1A45091-83DD-B0C5-9016-4905A5F92CD4}"/>
          </ac:spMkLst>
        </pc:spChg>
        <pc:spChg chg="add mod">
          <ac:chgData name="Tanmay Samak" userId="20166025-7f22-4346-9b98-ec55ab787a06" providerId="ADAL" clId="{80E0E721-19AE-46BB-B38B-5DE6E6D52B1B}" dt="2023-08-14T18:12:47.782" v="7985"/>
          <ac:spMkLst>
            <pc:docMk/>
            <pc:sldMk cId="3200012562" sldId="279"/>
            <ac:spMk id="27" creationId="{0155D300-0909-38D5-BF54-612ACA995DFF}"/>
          </ac:spMkLst>
        </pc:spChg>
        <pc:spChg chg="add mod">
          <ac:chgData name="Tanmay Samak" userId="20166025-7f22-4346-9b98-ec55ab787a06" providerId="ADAL" clId="{80E0E721-19AE-46BB-B38B-5DE6E6D52B1B}" dt="2023-08-14T18:12:47.782" v="7985"/>
          <ac:spMkLst>
            <pc:docMk/>
            <pc:sldMk cId="3200012562" sldId="279"/>
            <ac:spMk id="28" creationId="{DB823C96-7A4C-8A1D-4D5F-F3FBF38FC136}"/>
          </ac:spMkLst>
        </pc:spChg>
        <pc:spChg chg="add mod">
          <ac:chgData name="Tanmay Samak" userId="20166025-7f22-4346-9b98-ec55ab787a06" providerId="ADAL" clId="{80E0E721-19AE-46BB-B38B-5DE6E6D52B1B}" dt="2023-08-14T18:12:47.782" v="7985"/>
          <ac:spMkLst>
            <pc:docMk/>
            <pc:sldMk cId="3200012562" sldId="279"/>
            <ac:spMk id="29" creationId="{757201E9-D7B2-4FE2-0D96-CCEF568E301B}"/>
          </ac:spMkLst>
        </pc:spChg>
        <pc:spChg chg="del">
          <ac:chgData name="Tanmay Samak" userId="20166025-7f22-4346-9b98-ec55ab787a06" providerId="ADAL" clId="{80E0E721-19AE-46BB-B38B-5DE6E6D52B1B}" dt="2023-08-24T01:26:07.056" v="12179" actId="478"/>
          <ac:spMkLst>
            <pc:docMk/>
            <pc:sldMk cId="3200012562" sldId="279"/>
            <ac:spMk id="34" creationId="{6CA6CDD9-ADEA-6C21-54E9-E470F6CC49F4}"/>
          </ac:spMkLst>
        </pc:spChg>
        <pc:spChg chg="add mod">
          <ac:chgData name="Tanmay Samak" userId="20166025-7f22-4346-9b98-ec55ab787a06" providerId="ADAL" clId="{80E0E721-19AE-46BB-B38B-5DE6E6D52B1B}" dt="2023-08-14T18:12:47.782" v="7985"/>
          <ac:spMkLst>
            <pc:docMk/>
            <pc:sldMk cId="3200012562" sldId="279"/>
            <ac:spMk id="35" creationId="{7CCDF564-0505-7AE4-A705-CF79BDBE8FF9}"/>
          </ac:spMkLst>
        </pc:spChg>
        <pc:spChg chg="add mod">
          <ac:chgData name="Tanmay Samak" userId="20166025-7f22-4346-9b98-ec55ab787a06" providerId="ADAL" clId="{80E0E721-19AE-46BB-B38B-5DE6E6D52B1B}" dt="2023-08-14T18:12:47.782" v="7985"/>
          <ac:spMkLst>
            <pc:docMk/>
            <pc:sldMk cId="3200012562" sldId="279"/>
            <ac:spMk id="36" creationId="{1A832D0C-2D91-648C-FAA4-CC00F8749D29}"/>
          </ac:spMkLst>
        </pc:spChg>
        <pc:spChg chg="add mod">
          <ac:chgData name="Tanmay Samak" userId="20166025-7f22-4346-9b98-ec55ab787a06" providerId="ADAL" clId="{80E0E721-19AE-46BB-B38B-5DE6E6D52B1B}" dt="2023-08-14T18:12:47.782" v="7985"/>
          <ac:spMkLst>
            <pc:docMk/>
            <pc:sldMk cId="3200012562" sldId="279"/>
            <ac:spMk id="37" creationId="{23946EC8-DF03-974C-EC07-7B57330A1F15}"/>
          </ac:spMkLst>
        </pc:spChg>
        <pc:spChg chg="add mod">
          <ac:chgData name="Tanmay Samak" userId="20166025-7f22-4346-9b98-ec55ab787a06" providerId="ADAL" clId="{80E0E721-19AE-46BB-B38B-5DE6E6D52B1B}" dt="2023-08-14T18:12:47.782" v="7985"/>
          <ac:spMkLst>
            <pc:docMk/>
            <pc:sldMk cId="3200012562" sldId="279"/>
            <ac:spMk id="38" creationId="{5871DBA5-32F6-E2F9-A021-3A543487CA09}"/>
          </ac:spMkLst>
        </pc:spChg>
        <pc:spChg chg="mod">
          <ac:chgData name="Tanmay Samak" userId="20166025-7f22-4346-9b98-ec55ab787a06" providerId="ADAL" clId="{80E0E721-19AE-46BB-B38B-5DE6E6D52B1B}" dt="2023-08-24T01:26:07.450" v="12180"/>
          <ac:spMkLst>
            <pc:docMk/>
            <pc:sldMk cId="3200012562" sldId="279"/>
            <ac:spMk id="40" creationId="{2AFCA81E-C2A9-63E9-DE83-EDCCE206A81E}"/>
          </ac:spMkLst>
        </pc:spChg>
        <pc:spChg chg="mod">
          <ac:chgData name="Tanmay Samak" userId="20166025-7f22-4346-9b98-ec55ab787a06" providerId="ADAL" clId="{80E0E721-19AE-46BB-B38B-5DE6E6D52B1B}" dt="2023-08-24T01:26:07.450" v="12180"/>
          <ac:spMkLst>
            <pc:docMk/>
            <pc:sldMk cId="3200012562" sldId="279"/>
            <ac:spMk id="41" creationId="{D6CC79D1-BAA9-EAFB-71EE-75025E62942E}"/>
          </ac:spMkLst>
        </pc:spChg>
        <pc:spChg chg="mod">
          <ac:chgData name="Tanmay Samak" userId="20166025-7f22-4346-9b98-ec55ab787a06" providerId="ADAL" clId="{80E0E721-19AE-46BB-B38B-5DE6E6D52B1B}" dt="2023-08-24T01:26:07.450" v="12180"/>
          <ac:spMkLst>
            <pc:docMk/>
            <pc:sldMk cId="3200012562" sldId="279"/>
            <ac:spMk id="44" creationId="{1A9CE7BE-524F-1C14-9095-414A2538B5A0}"/>
          </ac:spMkLst>
        </pc:spChg>
        <pc:spChg chg="mod">
          <ac:chgData name="Tanmay Samak" userId="20166025-7f22-4346-9b98-ec55ab787a06" providerId="ADAL" clId="{80E0E721-19AE-46BB-B38B-5DE6E6D52B1B}" dt="2023-08-24T01:26:07.450" v="12180"/>
          <ac:spMkLst>
            <pc:docMk/>
            <pc:sldMk cId="3200012562" sldId="279"/>
            <ac:spMk id="45" creationId="{C1661871-09BC-B277-ABED-6E7B1C23335E}"/>
          </ac:spMkLst>
        </pc:spChg>
        <pc:spChg chg="mod">
          <ac:chgData name="Tanmay Samak" userId="20166025-7f22-4346-9b98-ec55ab787a06" providerId="ADAL" clId="{80E0E721-19AE-46BB-B38B-5DE6E6D52B1B}" dt="2023-08-24T01:26:07.450" v="12180"/>
          <ac:spMkLst>
            <pc:docMk/>
            <pc:sldMk cId="3200012562" sldId="279"/>
            <ac:spMk id="48" creationId="{EF8A5CC6-4A94-95E4-9693-9EC0C1F564CB}"/>
          </ac:spMkLst>
        </pc:spChg>
        <pc:spChg chg="mod">
          <ac:chgData name="Tanmay Samak" userId="20166025-7f22-4346-9b98-ec55ab787a06" providerId="ADAL" clId="{80E0E721-19AE-46BB-B38B-5DE6E6D52B1B}" dt="2023-08-24T01:26:07.450" v="12180"/>
          <ac:spMkLst>
            <pc:docMk/>
            <pc:sldMk cId="3200012562" sldId="279"/>
            <ac:spMk id="49" creationId="{FCF03F02-EC4A-06AA-1EF0-A5B5E112850F}"/>
          </ac:spMkLst>
        </pc:spChg>
        <pc:spChg chg="mod">
          <ac:chgData name="Tanmay Samak" userId="20166025-7f22-4346-9b98-ec55ab787a06" providerId="ADAL" clId="{80E0E721-19AE-46BB-B38B-5DE6E6D52B1B}" dt="2023-08-24T01:26:07.450" v="12180"/>
          <ac:spMkLst>
            <pc:docMk/>
            <pc:sldMk cId="3200012562" sldId="279"/>
            <ac:spMk id="52" creationId="{9B33CA7E-CB14-F506-9D71-4BAF1CFCE0C0}"/>
          </ac:spMkLst>
        </pc:spChg>
        <pc:spChg chg="mod">
          <ac:chgData name="Tanmay Samak" userId="20166025-7f22-4346-9b98-ec55ab787a06" providerId="ADAL" clId="{80E0E721-19AE-46BB-B38B-5DE6E6D52B1B}" dt="2023-08-24T01:26:07.450" v="12180"/>
          <ac:spMkLst>
            <pc:docMk/>
            <pc:sldMk cId="3200012562" sldId="279"/>
            <ac:spMk id="53" creationId="{D40B7735-22AA-1356-F854-02D517C68FF5}"/>
          </ac:spMkLst>
        </pc:spChg>
        <pc:spChg chg="add mod">
          <ac:chgData name="Tanmay Samak" userId="20166025-7f22-4346-9b98-ec55ab787a06" providerId="ADAL" clId="{80E0E721-19AE-46BB-B38B-5DE6E6D52B1B}" dt="2023-08-24T01:26:07.450" v="12180"/>
          <ac:spMkLst>
            <pc:docMk/>
            <pc:sldMk cId="3200012562" sldId="279"/>
            <ac:spMk id="55" creationId="{D0735603-BC37-FE74-8952-E3AA8E0B9D39}"/>
          </ac:spMkLst>
        </pc:spChg>
        <pc:spChg chg="add mod">
          <ac:chgData name="Tanmay Samak" userId="20166025-7f22-4346-9b98-ec55ab787a06" providerId="ADAL" clId="{80E0E721-19AE-46BB-B38B-5DE6E6D52B1B}" dt="2023-08-24T01:26:07.450" v="12180"/>
          <ac:spMkLst>
            <pc:docMk/>
            <pc:sldMk cId="3200012562" sldId="279"/>
            <ac:spMk id="56" creationId="{EDF0856F-D5A6-D785-7E3F-4675BC8E0323}"/>
          </ac:spMkLst>
        </pc:spChg>
        <pc:spChg chg="add mod">
          <ac:chgData name="Tanmay Samak" userId="20166025-7f22-4346-9b98-ec55ab787a06" providerId="ADAL" clId="{80E0E721-19AE-46BB-B38B-5DE6E6D52B1B}" dt="2023-08-24T01:26:07.450" v="12180"/>
          <ac:spMkLst>
            <pc:docMk/>
            <pc:sldMk cId="3200012562" sldId="279"/>
            <ac:spMk id="57" creationId="{AA66F0AC-CF27-8DAB-BD1D-C2248FCC1518}"/>
          </ac:spMkLst>
        </pc:spChg>
        <pc:grpChg chg="del">
          <ac:chgData name="Tanmay Samak" userId="20166025-7f22-4346-9b98-ec55ab787a06" providerId="ADAL" clId="{80E0E721-19AE-46BB-B38B-5DE6E6D52B1B}" dt="2023-08-24T01:26:07.056" v="12179" actId="478"/>
          <ac:grpSpMkLst>
            <pc:docMk/>
            <pc:sldMk cId="3200012562" sldId="279"/>
            <ac:grpSpMk id="7" creationId="{C0CEBACC-24C8-570A-F21A-F14AE54921E5}"/>
          </ac:grpSpMkLst>
        </pc:grpChg>
        <pc:grpChg chg="del">
          <ac:chgData name="Tanmay Samak" userId="20166025-7f22-4346-9b98-ec55ab787a06" providerId="ADAL" clId="{80E0E721-19AE-46BB-B38B-5DE6E6D52B1B}" dt="2023-08-24T01:26:07.056" v="12179" actId="478"/>
          <ac:grpSpMkLst>
            <pc:docMk/>
            <pc:sldMk cId="3200012562" sldId="279"/>
            <ac:grpSpMk id="15" creationId="{1A1ACD8E-2664-3AA5-B608-E13DBB94F4C3}"/>
          </ac:grpSpMkLst>
        </pc:grpChg>
        <pc:grpChg chg="del">
          <ac:chgData name="Tanmay Samak" userId="20166025-7f22-4346-9b98-ec55ab787a06" providerId="ADAL" clId="{80E0E721-19AE-46BB-B38B-5DE6E6D52B1B}" dt="2023-08-24T01:26:07.056" v="12179" actId="478"/>
          <ac:grpSpMkLst>
            <pc:docMk/>
            <pc:sldMk cId="3200012562" sldId="279"/>
            <ac:grpSpMk id="19" creationId="{3F1A9756-0987-2947-1AA4-846D8F8C9D61}"/>
          </ac:grpSpMkLst>
        </pc:grpChg>
        <pc:grpChg chg="del">
          <ac:chgData name="Tanmay Samak" userId="20166025-7f22-4346-9b98-ec55ab787a06" providerId="ADAL" clId="{80E0E721-19AE-46BB-B38B-5DE6E6D52B1B}" dt="2023-08-24T01:26:07.056" v="12179" actId="478"/>
          <ac:grpSpMkLst>
            <pc:docMk/>
            <pc:sldMk cId="3200012562" sldId="279"/>
            <ac:grpSpMk id="30" creationId="{CD0E5291-BAE8-76BD-C205-D19664392D44}"/>
          </ac:grpSpMkLst>
        </pc:grpChg>
        <pc:grpChg chg="add mod">
          <ac:chgData name="Tanmay Samak" userId="20166025-7f22-4346-9b98-ec55ab787a06" providerId="ADAL" clId="{80E0E721-19AE-46BB-B38B-5DE6E6D52B1B}" dt="2023-08-24T01:26:07.450" v="12180"/>
          <ac:grpSpMkLst>
            <pc:docMk/>
            <pc:sldMk cId="3200012562" sldId="279"/>
            <ac:grpSpMk id="39" creationId="{DD3DA176-BCF5-984F-B2C6-A89D0FAB3024}"/>
          </ac:grpSpMkLst>
        </pc:grpChg>
        <pc:grpChg chg="add mod">
          <ac:chgData name="Tanmay Samak" userId="20166025-7f22-4346-9b98-ec55ab787a06" providerId="ADAL" clId="{80E0E721-19AE-46BB-B38B-5DE6E6D52B1B}" dt="2023-08-24T01:26:07.450" v="12180"/>
          <ac:grpSpMkLst>
            <pc:docMk/>
            <pc:sldMk cId="3200012562" sldId="279"/>
            <ac:grpSpMk id="43" creationId="{71317EFE-B85F-3A82-D090-727DEEA63F35}"/>
          </ac:grpSpMkLst>
        </pc:grpChg>
        <pc:grpChg chg="add mod">
          <ac:chgData name="Tanmay Samak" userId="20166025-7f22-4346-9b98-ec55ab787a06" providerId="ADAL" clId="{80E0E721-19AE-46BB-B38B-5DE6E6D52B1B}" dt="2023-08-24T01:26:07.450" v="12180"/>
          <ac:grpSpMkLst>
            <pc:docMk/>
            <pc:sldMk cId="3200012562" sldId="279"/>
            <ac:grpSpMk id="47" creationId="{DADF14C6-CEA4-582F-1A87-0E8906F3E86A}"/>
          </ac:grpSpMkLst>
        </pc:grpChg>
        <pc:grpChg chg="add mod">
          <ac:chgData name="Tanmay Samak" userId="20166025-7f22-4346-9b98-ec55ab787a06" providerId="ADAL" clId="{80E0E721-19AE-46BB-B38B-5DE6E6D52B1B}" dt="2023-08-24T01:26:07.450" v="12180"/>
          <ac:grpSpMkLst>
            <pc:docMk/>
            <pc:sldMk cId="3200012562" sldId="279"/>
            <ac:grpSpMk id="51" creationId="{22D49CD8-9140-AFD1-F07A-ECDF76FA00BC}"/>
          </ac:grpSpMkLst>
        </pc:grpChg>
        <pc:graphicFrameChg chg="mod">
          <ac:chgData name="Tanmay Samak" userId="20166025-7f22-4346-9b98-ec55ab787a06" providerId="ADAL" clId="{80E0E721-19AE-46BB-B38B-5DE6E6D52B1B}" dt="2023-08-24T01:01:28.460" v="12039" actId="14100"/>
          <ac:graphicFrameMkLst>
            <pc:docMk/>
            <pc:sldMk cId="3200012562" sldId="279"/>
            <ac:graphicFrameMk id="22" creationId="{51EAC666-64E2-6C52-850E-88C8D93E262C}"/>
          </ac:graphicFrameMkLst>
        </pc:graphicFrameChg>
        <pc:graphicFrameChg chg="mod">
          <ac:chgData name="Tanmay Samak" userId="20166025-7f22-4346-9b98-ec55ab787a06" providerId="ADAL" clId="{80E0E721-19AE-46BB-B38B-5DE6E6D52B1B}" dt="2023-08-24T01:26:07.450" v="12180"/>
          <ac:graphicFrameMkLst>
            <pc:docMk/>
            <pc:sldMk cId="3200012562" sldId="279"/>
            <ac:graphicFrameMk id="42" creationId="{2665C096-1805-188F-45E7-FB0D1ACAD195}"/>
          </ac:graphicFrameMkLst>
        </pc:graphicFrameChg>
        <pc:graphicFrameChg chg="mod">
          <ac:chgData name="Tanmay Samak" userId="20166025-7f22-4346-9b98-ec55ab787a06" providerId="ADAL" clId="{80E0E721-19AE-46BB-B38B-5DE6E6D52B1B}" dt="2023-08-24T01:26:07.450" v="12180"/>
          <ac:graphicFrameMkLst>
            <pc:docMk/>
            <pc:sldMk cId="3200012562" sldId="279"/>
            <ac:graphicFrameMk id="46" creationId="{9A28F877-C7C9-0FB3-CDE0-9E5A03E80CFE}"/>
          </ac:graphicFrameMkLst>
        </pc:graphicFrameChg>
        <pc:graphicFrameChg chg="mod">
          <ac:chgData name="Tanmay Samak" userId="20166025-7f22-4346-9b98-ec55ab787a06" providerId="ADAL" clId="{80E0E721-19AE-46BB-B38B-5DE6E6D52B1B}" dt="2023-08-24T01:26:07.450" v="12180"/>
          <ac:graphicFrameMkLst>
            <pc:docMk/>
            <pc:sldMk cId="3200012562" sldId="279"/>
            <ac:graphicFrameMk id="50" creationId="{BC1942C7-403D-E6CF-AE78-C6EF541CC251}"/>
          </ac:graphicFrameMkLst>
        </pc:graphicFrameChg>
        <pc:graphicFrameChg chg="mod">
          <ac:chgData name="Tanmay Samak" userId="20166025-7f22-4346-9b98-ec55ab787a06" providerId="ADAL" clId="{80E0E721-19AE-46BB-B38B-5DE6E6D52B1B}" dt="2023-08-24T01:26:07.450" v="12180"/>
          <ac:graphicFrameMkLst>
            <pc:docMk/>
            <pc:sldMk cId="3200012562" sldId="279"/>
            <ac:graphicFrameMk id="54" creationId="{9EC7C3D2-B2EA-55EE-6DCC-77D43F202B15}"/>
          </ac:graphicFrameMkLst>
        </pc:graphicFrameChg>
        <pc:cxnChg chg="add mod">
          <ac:chgData name="Tanmay Samak" userId="20166025-7f22-4346-9b98-ec55ab787a06" providerId="ADAL" clId="{80E0E721-19AE-46BB-B38B-5DE6E6D52B1B}" dt="2023-08-14T18:12:47.782" v="7985"/>
          <ac:cxnSpMkLst>
            <pc:docMk/>
            <pc:sldMk cId="3200012562" sldId="279"/>
            <ac:cxnSpMk id="11" creationId="{1ACF905E-B16E-F949-BB48-CCE455F27D4A}"/>
          </ac:cxnSpMkLst>
        </pc:cxnChg>
        <pc:cxnChg chg="add mod">
          <ac:chgData name="Tanmay Samak" userId="20166025-7f22-4346-9b98-ec55ab787a06" providerId="ADAL" clId="{80E0E721-19AE-46BB-B38B-5DE6E6D52B1B}" dt="2023-08-14T18:12:47.782" v="7985"/>
          <ac:cxnSpMkLst>
            <pc:docMk/>
            <pc:sldMk cId="3200012562" sldId="279"/>
            <ac:cxnSpMk id="12" creationId="{4C9107AD-2A27-7AA2-17C5-94B44768749B}"/>
          </ac:cxnSpMkLst>
        </pc:cxnChg>
        <pc:cxnChg chg="add mod">
          <ac:chgData name="Tanmay Samak" userId="20166025-7f22-4346-9b98-ec55ab787a06" providerId="ADAL" clId="{80E0E721-19AE-46BB-B38B-5DE6E6D52B1B}" dt="2023-08-14T18:12:47.782" v="7985"/>
          <ac:cxnSpMkLst>
            <pc:docMk/>
            <pc:sldMk cId="3200012562" sldId="279"/>
            <ac:cxnSpMk id="13" creationId="{E5F6C46F-8A37-2D8D-630E-7E566C5D8113}"/>
          </ac:cxnSpMkLst>
        </pc:cxnChg>
        <pc:cxnChg chg="add mod">
          <ac:chgData name="Tanmay Samak" userId="20166025-7f22-4346-9b98-ec55ab787a06" providerId="ADAL" clId="{80E0E721-19AE-46BB-B38B-5DE6E6D52B1B}" dt="2023-08-14T18:12:47.782" v="7985"/>
          <ac:cxnSpMkLst>
            <pc:docMk/>
            <pc:sldMk cId="3200012562" sldId="279"/>
            <ac:cxnSpMk id="14" creationId="{5A302179-867D-1339-0D50-DE158B79EA97}"/>
          </ac:cxnSpMkLst>
        </pc:cxnChg>
        <pc:cxnChg chg="add mod">
          <ac:chgData name="Tanmay Samak" userId="20166025-7f22-4346-9b98-ec55ab787a06" providerId="ADAL" clId="{80E0E721-19AE-46BB-B38B-5DE6E6D52B1B}" dt="2023-08-14T18:12:47.782" v="7985"/>
          <ac:cxnSpMkLst>
            <pc:docMk/>
            <pc:sldMk cId="3200012562" sldId="279"/>
            <ac:cxnSpMk id="24" creationId="{B7367999-4AC9-0752-4E8C-6E901A23E106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08:18.935" v="0"/>
              <pc2:cmMkLst xmlns:pc2="http://schemas.microsoft.com/office/powerpoint/2019/9/main/command">
                <pc:docMk/>
                <pc:sldMk cId="3200012562" sldId="279"/>
                <pc2:cmMk id="{CB175C67-082B-41DE-A318-AB315FED163E}"/>
              </pc2:cmMkLst>
            </pc226:cmChg>
          </p:ext>
        </pc:extLst>
      </pc:sldChg>
      <pc:sldChg chg="addSp delSp modSp mod delCm">
        <pc:chgData name="Tanmay Samak" userId="20166025-7f22-4346-9b98-ec55ab787a06" providerId="ADAL" clId="{80E0E721-19AE-46BB-B38B-5DE6E6D52B1B}" dt="2023-08-24T01:27:17.718" v="12188"/>
        <pc:sldMkLst>
          <pc:docMk/>
          <pc:sldMk cId="361175085" sldId="280"/>
        </pc:sldMkLst>
        <pc:spChg chg="del">
          <ac:chgData name="Tanmay Samak" userId="20166025-7f22-4346-9b98-ec55ab787a06" providerId="ADAL" clId="{80E0E721-19AE-46BB-B38B-5DE6E6D52B1B}" dt="2023-08-24T01:27:17.044" v="12187" actId="478"/>
          <ac:spMkLst>
            <pc:docMk/>
            <pc:sldMk cId="361175085" sldId="280"/>
            <ac:spMk id="3" creationId="{073422AC-F843-7F9E-E141-9FF5D3CB8DC3}"/>
          </ac:spMkLst>
        </pc:spChg>
        <pc:spChg chg="del">
          <ac:chgData name="Tanmay Samak" userId="20166025-7f22-4346-9b98-ec55ab787a06" providerId="ADAL" clId="{80E0E721-19AE-46BB-B38B-5DE6E6D52B1B}" dt="2023-08-24T01:27:17.044" v="12187" actId="478"/>
          <ac:spMkLst>
            <pc:docMk/>
            <pc:sldMk cId="361175085" sldId="280"/>
            <ac:spMk id="25" creationId="{85C0529E-5D9B-1ECC-7F52-7912F9787A5F}"/>
          </ac:spMkLst>
        </pc:spChg>
        <pc:spChg chg="add mod">
          <ac:chgData name="Tanmay Samak" userId="20166025-7f22-4346-9b98-ec55ab787a06" providerId="ADAL" clId="{80E0E721-19AE-46BB-B38B-5DE6E6D52B1B}" dt="2023-08-14T18:13:00.888" v="7986"/>
          <ac:spMkLst>
            <pc:docMk/>
            <pc:sldMk cId="361175085" sldId="280"/>
            <ac:spMk id="26" creationId="{5B48CA21-F015-BAC0-0733-112D96A45950}"/>
          </ac:spMkLst>
        </pc:spChg>
        <pc:spChg chg="del">
          <ac:chgData name="Tanmay Samak" userId="20166025-7f22-4346-9b98-ec55ab787a06" providerId="ADAL" clId="{80E0E721-19AE-46BB-B38B-5DE6E6D52B1B}" dt="2023-08-24T01:27:17.044" v="12187" actId="478"/>
          <ac:spMkLst>
            <pc:docMk/>
            <pc:sldMk cId="361175085" sldId="280"/>
            <ac:spMk id="32" creationId="{23FCC613-8E91-21C3-9143-402FA3330611}"/>
          </ac:spMkLst>
        </pc:spChg>
        <pc:spChg chg="add mod">
          <ac:chgData name="Tanmay Samak" userId="20166025-7f22-4346-9b98-ec55ab787a06" providerId="ADAL" clId="{80E0E721-19AE-46BB-B38B-5DE6E6D52B1B}" dt="2023-08-14T18:13:00.888" v="7986"/>
          <ac:spMkLst>
            <pc:docMk/>
            <pc:sldMk cId="361175085" sldId="280"/>
            <ac:spMk id="33" creationId="{A24B6508-06DD-2D1A-60FF-28A920A32A91}"/>
          </ac:spMkLst>
        </pc:spChg>
        <pc:spChg chg="add mod">
          <ac:chgData name="Tanmay Samak" userId="20166025-7f22-4346-9b98-ec55ab787a06" providerId="ADAL" clId="{80E0E721-19AE-46BB-B38B-5DE6E6D52B1B}" dt="2023-08-14T18:13:00.888" v="7986"/>
          <ac:spMkLst>
            <pc:docMk/>
            <pc:sldMk cId="361175085" sldId="280"/>
            <ac:spMk id="34" creationId="{F5C38ABE-7746-22FE-8200-BA1E7275994C}"/>
          </ac:spMkLst>
        </pc:spChg>
        <pc:spChg chg="add mod">
          <ac:chgData name="Tanmay Samak" userId="20166025-7f22-4346-9b98-ec55ab787a06" providerId="ADAL" clId="{80E0E721-19AE-46BB-B38B-5DE6E6D52B1B}" dt="2023-08-14T18:13:00.888" v="7986"/>
          <ac:spMkLst>
            <pc:docMk/>
            <pc:sldMk cId="361175085" sldId="280"/>
            <ac:spMk id="35" creationId="{B3B573BD-1AD2-AD4D-7EFF-68AA86C2DE1E}"/>
          </ac:spMkLst>
        </pc:spChg>
        <pc:spChg chg="add mod">
          <ac:chgData name="Tanmay Samak" userId="20166025-7f22-4346-9b98-ec55ab787a06" providerId="ADAL" clId="{80E0E721-19AE-46BB-B38B-5DE6E6D52B1B}" dt="2023-08-14T18:13:00.888" v="7986"/>
          <ac:spMkLst>
            <pc:docMk/>
            <pc:sldMk cId="361175085" sldId="280"/>
            <ac:spMk id="36" creationId="{292EEB82-5634-C9E9-9EC0-028211C676C2}"/>
          </ac:spMkLst>
        </pc:spChg>
        <pc:spChg chg="add mod">
          <ac:chgData name="Tanmay Samak" userId="20166025-7f22-4346-9b98-ec55ab787a06" providerId="ADAL" clId="{80E0E721-19AE-46BB-B38B-5DE6E6D52B1B}" dt="2023-08-14T18:13:00.888" v="7986"/>
          <ac:spMkLst>
            <pc:docMk/>
            <pc:sldMk cId="361175085" sldId="280"/>
            <ac:spMk id="37" creationId="{C6749A40-BB45-B0C5-7415-559DD8268A39}"/>
          </ac:spMkLst>
        </pc:spChg>
        <pc:spChg chg="add mod">
          <ac:chgData name="Tanmay Samak" userId="20166025-7f22-4346-9b98-ec55ab787a06" providerId="ADAL" clId="{80E0E721-19AE-46BB-B38B-5DE6E6D52B1B}" dt="2023-08-14T18:13:00.888" v="7986"/>
          <ac:spMkLst>
            <pc:docMk/>
            <pc:sldMk cId="361175085" sldId="280"/>
            <ac:spMk id="38" creationId="{2182CA34-E0A2-8741-2F42-9AE68C262A42}"/>
          </ac:spMkLst>
        </pc:spChg>
        <pc:spChg chg="add mod">
          <ac:chgData name="Tanmay Samak" userId="20166025-7f22-4346-9b98-ec55ab787a06" providerId="ADAL" clId="{80E0E721-19AE-46BB-B38B-5DE6E6D52B1B}" dt="2023-08-14T18:13:00.888" v="7986"/>
          <ac:spMkLst>
            <pc:docMk/>
            <pc:sldMk cId="361175085" sldId="280"/>
            <ac:spMk id="39" creationId="{1B307690-36C8-2D24-9497-FFFE25F32D71}"/>
          </ac:spMkLst>
        </pc:spChg>
        <pc:spChg chg="mod">
          <ac:chgData name="Tanmay Samak" userId="20166025-7f22-4346-9b98-ec55ab787a06" providerId="ADAL" clId="{80E0E721-19AE-46BB-B38B-5DE6E6D52B1B}" dt="2023-08-24T01:27:17.718" v="12188"/>
          <ac:spMkLst>
            <pc:docMk/>
            <pc:sldMk cId="361175085" sldId="280"/>
            <ac:spMk id="41" creationId="{2B7EBFA9-F9B8-5552-6C2F-07778677B5EE}"/>
          </ac:spMkLst>
        </pc:spChg>
        <pc:spChg chg="mod">
          <ac:chgData name="Tanmay Samak" userId="20166025-7f22-4346-9b98-ec55ab787a06" providerId="ADAL" clId="{80E0E721-19AE-46BB-B38B-5DE6E6D52B1B}" dt="2023-08-24T01:27:17.718" v="12188"/>
          <ac:spMkLst>
            <pc:docMk/>
            <pc:sldMk cId="361175085" sldId="280"/>
            <ac:spMk id="42" creationId="{435F04BA-0257-B3AC-08D3-F737C9D36F8E}"/>
          </ac:spMkLst>
        </pc:spChg>
        <pc:spChg chg="mod">
          <ac:chgData name="Tanmay Samak" userId="20166025-7f22-4346-9b98-ec55ab787a06" providerId="ADAL" clId="{80E0E721-19AE-46BB-B38B-5DE6E6D52B1B}" dt="2023-08-24T01:27:17.718" v="12188"/>
          <ac:spMkLst>
            <pc:docMk/>
            <pc:sldMk cId="361175085" sldId="280"/>
            <ac:spMk id="45" creationId="{B6C685F1-2C80-0C12-A4E4-9737A769D53A}"/>
          </ac:spMkLst>
        </pc:spChg>
        <pc:spChg chg="mod">
          <ac:chgData name="Tanmay Samak" userId="20166025-7f22-4346-9b98-ec55ab787a06" providerId="ADAL" clId="{80E0E721-19AE-46BB-B38B-5DE6E6D52B1B}" dt="2023-08-24T01:27:17.718" v="12188"/>
          <ac:spMkLst>
            <pc:docMk/>
            <pc:sldMk cId="361175085" sldId="280"/>
            <ac:spMk id="46" creationId="{F1227B56-9975-B649-A35E-7F8E2D0C0031}"/>
          </ac:spMkLst>
        </pc:spChg>
        <pc:spChg chg="mod">
          <ac:chgData name="Tanmay Samak" userId="20166025-7f22-4346-9b98-ec55ab787a06" providerId="ADAL" clId="{80E0E721-19AE-46BB-B38B-5DE6E6D52B1B}" dt="2023-08-24T01:27:17.718" v="12188"/>
          <ac:spMkLst>
            <pc:docMk/>
            <pc:sldMk cId="361175085" sldId="280"/>
            <ac:spMk id="49" creationId="{45ABFB83-82AA-DACF-7D5F-BEB32975271D}"/>
          </ac:spMkLst>
        </pc:spChg>
        <pc:spChg chg="mod">
          <ac:chgData name="Tanmay Samak" userId="20166025-7f22-4346-9b98-ec55ab787a06" providerId="ADAL" clId="{80E0E721-19AE-46BB-B38B-5DE6E6D52B1B}" dt="2023-08-24T01:27:17.718" v="12188"/>
          <ac:spMkLst>
            <pc:docMk/>
            <pc:sldMk cId="361175085" sldId="280"/>
            <ac:spMk id="50" creationId="{35FFDEB1-EEFD-AA38-27DD-902EB36028F4}"/>
          </ac:spMkLst>
        </pc:spChg>
        <pc:spChg chg="mod">
          <ac:chgData name="Tanmay Samak" userId="20166025-7f22-4346-9b98-ec55ab787a06" providerId="ADAL" clId="{80E0E721-19AE-46BB-B38B-5DE6E6D52B1B}" dt="2023-08-24T01:27:17.718" v="12188"/>
          <ac:spMkLst>
            <pc:docMk/>
            <pc:sldMk cId="361175085" sldId="280"/>
            <ac:spMk id="53" creationId="{B2034A54-DD66-33DC-45A5-F086B0C31A80}"/>
          </ac:spMkLst>
        </pc:spChg>
        <pc:spChg chg="mod">
          <ac:chgData name="Tanmay Samak" userId="20166025-7f22-4346-9b98-ec55ab787a06" providerId="ADAL" clId="{80E0E721-19AE-46BB-B38B-5DE6E6D52B1B}" dt="2023-08-24T01:27:17.718" v="12188"/>
          <ac:spMkLst>
            <pc:docMk/>
            <pc:sldMk cId="361175085" sldId="280"/>
            <ac:spMk id="54" creationId="{896F4F75-9984-30D2-5CAD-111246A0DB57}"/>
          </ac:spMkLst>
        </pc:spChg>
        <pc:spChg chg="add mod">
          <ac:chgData name="Tanmay Samak" userId="20166025-7f22-4346-9b98-ec55ab787a06" providerId="ADAL" clId="{80E0E721-19AE-46BB-B38B-5DE6E6D52B1B}" dt="2023-08-24T01:27:17.718" v="12188"/>
          <ac:spMkLst>
            <pc:docMk/>
            <pc:sldMk cId="361175085" sldId="280"/>
            <ac:spMk id="56" creationId="{4ADE71AC-590F-E42F-BDED-541E671EB594}"/>
          </ac:spMkLst>
        </pc:spChg>
        <pc:spChg chg="add mod">
          <ac:chgData name="Tanmay Samak" userId="20166025-7f22-4346-9b98-ec55ab787a06" providerId="ADAL" clId="{80E0E721-19AE-46BB-B38B-5DE6E6D52B1B}" dt="2023-08-24T01:27:17.718" v="12188"/>
          <ac:spMkLst>
            <pc:docMk/>
            <pc:sldMk cId="361175085" sldId="280"/>
            <ac:spMk id="57" creationId="{8A9F75B8-C3EC-AFD4-D18D-DFE5EDAEA908}"/>
          </ac:spMkLst>
        </pc:spChg>
        <pc:spChg chg="add mod">
          <ac:chgData name="Tanmay Samak" userId="20166025-7f22-4346-9b98-ec55ab787a06" providerId="ADAL" clId="{80E0E721-19AE-46BB-B38B-5DE6E6D52B1B}" dt="2023-08-24T01:27:17.718" v="12188"/>
          <ac:spMkLst>
            <pc:docMk/>
            <pc:sldMk cId="361175085" sldId="280"/>
            <ac:spMk id="59" creationId="{A40425D5-D2BA-2D8D-6F68-9DB46D07DEFD}"/>
          </ac:spMkLst>
        </pc:spChg>
        <pc:grpChg chg="del">
          <ac:chgData name="Tanmay Samak" userId="20166025-7f22-4346-9b98-ec55ab787a06" providerId="ADAL" clId="{80E0E721-19AE-46BB-B38B-5DE6E6D52B1B}" dt="2023-08-24T01:27:17.044" v="12187" actId="478"/>
          <ac:grpSpMkLst>
            <pc:docMk/>
            <pc:sldMk cId="361175085" sldId="280"/>
            <ac:grpSpMk id="7" creationId="{C0CEBACC-24C8-570A-F21A-F14AE54921E5}"/>
          </ac:grpSpMkLst>
        </pc:grpChg>
        <pc:grpChg chg="del">
          <ac:chgData name="Tanmay Samak" userId="20166025-7f22-4346-9b98-ec55ab787a06" providerId="ADAL" clId="{80E0E721-19AE-46BB-B38B-5DE6E6D52B1B}" dt="2023-08-24T01:27:17.044" v="12187" actId="478"/>
          <ac:grpSpMkLst>
            <pc:docMk/>
            <pc:sldMk cId="361175085" sldId="280"/>
            <ac:grpSpMk id="15" creationId="{1A1ACD8E-2664-3AA5-B608-E13DBB94F4C3}"/>
          </ac:grpSpMkLst>
        </pc:grpChg>
        <pc:grpChg chg="del">
          <ac:chgData name="Tanmay Samak" userId="20166025-7f22-4346-9b98-ec55ab787a06" providerId="ADAL" clId="{80E0E721-19AE-46BB-B38B-5DE6E6D52B1B}" dt="2023-08-24T01:27:17.044" v="12187" actId="478"/>
          <ac:grpSpMkLst>
            <pc:docMk/>
            <pc:sldMk cId="361175085" sldId="280"/>
            <ac:grpSpMk id="19" creationId="{3F1A9756-0987-2947-1AA4-846D8F8C9D61}"/>
          </ac:grpSpMkLst>
        </pc:grpChg>
        <pc:grpChg chg="del">
          <ac:chgData name="Tanmay Samak" userId="20166025-7f22-4346-9b98-ec55ab787a06" providerId="ADAL" clId="{80E0E721-19AE-46BB-B38B-5DE6E6D52B1B}" dt="2023-08-24T01:27:17.044" v="12187" actId="478"/>
          <ac:grpSpMkLst>
            <pc:docMk/>
            <pc:sldMk cId="361175085" sldId="280"/>
            <ac:grpSpMk id="28" creationId="{5A275AC7-B2C6-C1E2-CD7A-E9649D832816}"/>
          </ac:grpSpMkLst>
        </pc:grpChg>
        <pc:grpChg chg="add mod">
          <ac:chgData name="Tanmay Samak" userId="20166025-7f22-4346-9b98-ec55ab787a06" providerId="ADAL" clId="{80E0E721-19AE-46BB-B38B-5DE6E6D52B1B}" dt="2023-08-24T01:27:17.718" v="12188"/>
          <ac:grpSpMkLst>
            <pc:docMk/>
            <pc:sldMk cId="361175085" sldId="280"/>
            <ac:grpSpMk id="40" creationId="{9F8CB508-42ED-99D0-3756-77D6723491F9}"/>
          </ac:grpSpMkLst>
        </pc:grpChg>
        <pc:grpChg chg="add mod">
          <ac:chgData name="Tanmay Samak" userId="20166025-7f22-4346-9b98-ec55ab787a06" providerId="ADAL" clId="{80E0E721-19AE-46BB-B38B-5DE6E6D52B1B}" dt="2023-08-24T01:27:17.718" v="12188"/>
          <ac:grpSpMkLst>
            <pc:docMk/>
            <pc:sldMk cId="361175085" sldId="280"/>
            <ac:grpSpMk id="44" creationId="{CD6AC297-BA21-AA18-538F-9FD3AF8D929E}"/>
          </ac:grpSpMkLst>
        </pc:grpChg>
        <pc:grpChg chg="add mod">
          <ac:chgData name="Tanmay Samak" userId="20166025-7f22-4346-9b98-ec55ab787a06" providerId="ADAL" clId="{80E0E721-19AE-46BB-B38B-5DE6E6D52B1B}" dt="2023-08-24T01:27:17.718" v="12188"/>
          <ac:grpSpMkLst>
            <pc:docMk/>
            <pc:sldMk cId="361175085" sldId="280"/>
            <ac:grpSpMk id="48" creationId="{3C006C1E-087C-A4B1-6323-1E6E0CBD5349}"/>
          </ac:grpSpMkLst>
        </pc:grpChg>
        <pc:grpChg chg="add mod">
          <ac:chgData name="Tanmay Samak" userId="20166025-7f22-4346-9b98-ec55ab787a06" providerId="ADAL" clId="{80E0E721-19AE-46BB-B38B-5DE6E6D52B1B}" dt="2023-08-24T01:27:17.718" v="12188"/>
          <ac:grpSpMkLst>
            <pc:docMk/>
            <pc:sldMk cId="361175085" sldId="280"/>
            <ac:grpSpMk id="52" creationId="{07A5D397-6AE7-CA23-D8F2-75EB7CF2D49A}"/>
          </ac:grpSpMkLst>
        </pc:grpChg>
        <pc:graphicFrameChg chg="mod">
          <ac:chgData name="Tanmay Samak" userId="20166025-7f22-4346-9b98-ec55ab787a06" providerId="ADAL" clId="{80E0E721-19AE-46BB-B38B-5DE6E6D52B1B}" dt="2023-08-24T01:27:17.718" v="12188"/>
          <ac:graphicFrameMkLst>
            <pc:docMk/>
            <pc:sldMk cId="361175085" sldId="280"/>
            <ac:graphicFrameMk id="43" creationId="{6D6F2446-1BAC-F24B-639B-038D8445BA2F}"/>
          </ac:graphicFrameMkLst>
        </pc:graphicFrameChg>
        <pc:graphicFrameChg chg="mod">
          <ac:chgData name="Tanmay Samak" userId="20166025-7f22-4346-9b98-ec55ab787a06" providerId="ADAL" clId="{80E0E721-19AE-46BB-B38B-5DE6E6D52B1B}" dt="2023-08-24T01:27:17.718" v="12188"/>
          <ac:graphicFrameMkLst>
            <pc:docMk/>
            <pc:sldMk cId="361175085" sldId="280"/>
            <ac:graphicFrameMk id="47" creationId="{447B7912-4DCE-5816-D9C2-150A85F5C50C}"/>
          </ac:graphicFrameMkLst>
        </pc:graphicFrameChg>
        <pc:graphicFrameChg chg="mod">
          <ac:chgData name="Tanmay Samak" userId="20166025-7f22-4346-9b98-ec55ab787a06" providerId="ADAL" clId="{80E0E721-19AE-46BB-B38B-5DE6E6D52B1B}" dt="2023-08-24T01:27:17.718" v="12188"/>
          <ac:graphicFrameMkLst>
            <pc:docMk/>
            <pc:sldMk cId="361175085" sldId="280"/>
            <ac:graphicFrameMk id="51" creationId="{2716B59B-5447-977B-2A63-C4FE2E229799}"/>
          </ac:graphicFrameMkLst>
        </pc:graphicFrameChg>
        <pc:graphicFrameChg chg="mod">
          <ac:chgData name="Tanmay Samak" userId="20166025-7f22-4346-9b98-ec55ab787a06" providerId="ADAL" clId="{80E0E721-19AE-46BB-B38B-5DE6E6D52B1B}" dt="2023-08-24T01:27:17.718" v="12188"/>
          <ac:graphicFrameMkLst>
            <pc:docMk/>
            <pc:sldMk cId="361175085" sldId="280"/>
            <ac:graphicFrameMk id="55" creationId="{6E23E688-BD36-8F6F-54A8-EF14A370F101}"/>
          </ac:graphicFrameMkLst>
        </pc:graphicFrameChg>
        <pc:picChg chg="del">
          <ac:chgData name="Tanmay Samak" userId="20166025-7f22-4346-9b98-ec55ab787a06" providerId="ADAL" clId="{80E0E721-19AE-46BB-B38B-5DE6E6D52B1B}" dt="2023-08-24T01:27:17.044" v="12187" actId="478"/>
          <ac:picMkLst>
            <pc:docMk/>
            <pc:sldMk cId="361175085" sldId="280"/>
            <ac:picMk id="27" creationId="{A1EDB6B0-AA46-DFF1-13B8-16A31933FB2D}"/>
          </ac:picMkLst>
        </pc:picChg>
        <pc:picChg chg="add mod">
          <ac:chgData name="Tanmay Samak" userId="20166025-7f22-4346-9b98-ec55ab787a06" providerId="ADAL" clId="{80E0E721-19AE-46BB-B38B-5DE6E6D52B1B}" dt="2023-08-24T01:27:17.718" v="12188"/>
          <ac:picMkLst>
            <pc:docMk/>
            <pc:sldMk cId="361175085" sldId="280"/>
            <ac:picMk id="58" creationId="{2321DAD2-067F-E095-5C1B-8105EF96F3D1}"/>
          </ac:picMkLst>
        </pc:picChg>
        <pc:cxnChg chg="add mod">
          <ac:chgData name="Tanmay Samak" userId="20166025-7f22-4346-9b98-ec55ab787a06" providerId="ADAL" clId="{80E0E721-19AE-46BB-B38B-5DE6E6D52B1B}" dt="2023-08-14T18:13:00.888" v="7986"/>
          <ac:cxnSpMkLst>
            <pc:docMk/>
            <pc:sldMk cId="361175085" sldId="280"/>
            <ac:cxnSpMk id="11" creationId="{50E75554-8DC5-83F3-D095-ABBC8DE321ED}"/>
          </ac:cxnSpMkLst>
        </pc:cxnChg>
        <pc:cxnChg chg="add mod">
          <ac:chgData name="Tanmay Samak" userId="20166025-7f22-4346-9b98-ec55ab787a06" providerId="ADAL" clId="{80E0E721-19AE-46BB-B38B-5DE6E6D52B1B}" dt="2023-08-14T18:13:00.888" v="7986"/>
          <ac:cxnSpMkLst>
            <pc:docMk/>
            <pc:sldMk cId="361175085" sldId="280"/>
            <ac:cxnSpMk id="12" creationId="{27F3D883-6702-F76C-B4A7-C9FBBB355FE6}"/>
          </ac:cxnSpMkLst>
        </pc:cxnChg>
        <pc:cxnChg chg="add mod">
          <ac:chgData name="Tanmay Samak" userId="20166025-7f22-4346-9b98-ec55ab787a06" providerId="ADAL" clId="{80E0E721-19AE-46BB-B38B-5DE6E6D52B1B}" dt="2023-08-14T18:13:00.888" v="7986"/>
          <ac:cxnSpMkLst>
            <pc:docMk/>
            <pc:sldMk cId="361175085" sldId="280"/>
            <ac:cxnSpMk id="13" creationId="{58E77B98-9977-AA4B-561A-D06A6201A5AD}"/>
          </ac:cxnSpMkLst>
        </pc:cxnChg>
        <pc:cxnChg chg="add mod">
          <ac:chgData name="Tanmay Samak" userId="20166025-7f22-4346-9b98-ec55ab787a06" providerId="ADAL" clId="{80E0E721-19AE-46BB-B38B-5DE6E6D52B1B}" dt="2023-08-14T18:13:00.888" v="7986"/>
          <ac:cxnSpMkLst>
            <pc:docMk/>
            <pc:sldMk cId="361175085" sldId="280"/>
            <ac:cxnSpMk id="14" creationId="{BDC2B41D-7DC7-E307-20BF-CAC2907E4BAD}"/>
          </ac:cxnSpMkLst>
        </pc:cxnChg>
        <pc:cxnChg chg="add mod">
          <ac:chgData name="Tanmay Samak" userId="20166025-7f22-4346-9b98-ec55ab787a06" providerId="ADAL" clId="{80E0E721-19AE-46BB-B38B-5DE6E6D52B1B}" dt="2023-08-14T18:13:00.888" v="7986"/>
          <ac:cxnSpMkLst>
            <pc:docMk/>
            <pc:sldMk cId="361175085" sldId="280"/>
            <ac:cxnSpMk id="24" creationId="{58EF08F0-B0A6-7329-1A26-9990C0F1E31E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15:17.089" v="9"/>
              <pc2:cmMkLst xmlns:pc2="http://schemas.microsoft.com/office/powerpoint/2019/9/main/command">
                <pc:docMk/>
                <pc:sldMk cId="361175085" sldId="280"/>
                <pc2:cmMk id="{A4E9860F-0402-4A08-B3B4-5587101F1BF8}"/>
              </pc2:cmMkLst>
            </pc226:cmChg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14:16.083" v="7"/>
              <pc2:cmMkLst xmlns:pc2="http://schemas.microsoft.com/office/powerpoint/2019/9/main/command">
                <pc:docMk/>
                <pc:sldMk cId="361175085" sldId="280"/>
                <pc2:cmMk id="{9CEBE02A-D93D-44CD-82CD-9C16865F1885}"/>
              </pc2:cmMkLst>
            </pc226:cmChg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10:47.365" v="2"/>
              <pc2:cmMkLst xmlns:pc2="http://schemas.microsoft.com/office/powerpoint/2019/9/main/command">
                <pc:docMk/>
                <pc:sldMk cId="361175085" sldId="280"/>
                <pc2:cmMk id="{3AABAC3F-413F-41B6-A736-E2A15C0095A6}"/>
              </pc2:cmMkLst>
            </pc226:cmChg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10:50.620" v="3"/>
              <pc2:cmMkLst xmlns:pc2="http://schemas.microsoft.com/office/powerpoint/2019/9/main/command">
                <pc:docMk/>
                <pc:sldMk cId="361175085" sldId="280"/>
                <pc2:cmMk id="{5B6B8762-22DB-4FAF-83C7-F80AAB0777E2}"/>
              </pc2:cmMkLst>
            </pc226:cmChg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12:11.606" v="4"/>
              <pc2:cmMkLst xmlns:pc2="http://schemas.microsoft.com/office/powerpoint/2019/9/main/command">
                <pc:docMk/>
                <pc:sldMk cId="361175085" sldId="280"/>
                <pc2:cmMk id="{8F3D7476-69E3-4530-9FF3-DEE79A94606E}"/>
              </pc2:cmMkLst>
            </pc226:cmChg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12:37.452" v="5"/>
              <pc2:cmMkLst xmlns:pc2="http://schemas.microsoft.com/office/powerpoint/2019/9/main/command">
                <pc:docMk/>
                <pc:sldMk cId="361175085" sldId="280"/>
                <pc2:cmMk id="{DDE45582-66A1-4789-91CD-1FAA170AFB48}"/>
              </pc2:cmMkLst>
            </pc226:cmChg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14:22.365" v="8"/>
              <pc2:cmMkLst xmlns:pc2="http://schemas.microsoft.com/office/powerpoint/2019/9/main/command">
                <pc:docMk/>
                <pc:sldMk cId="361175085" sldId="280"/>
                <pc2:cmMk id="{BD4E078A-1754-47D4-81A2-CFD1E2E7266B}"/>
              </pc2:cmMkLst>
            </pc226:cmChg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17:08.127" v="10"/>
              <pc2:cmMkLst xmlns:pc2="http://schemas.microsoft.com/office/powerpoint/2019/9/main/command">
                <pc:docMk/>
                <pc:sldMk cId="361175085" sldId="280"/>
                <pc2:cmMk id="{2EF3F7B2-B83E-443C-9F4F-D80E581A6A99}"/>
              </pc2:cmMkLst>
            </pc226:cmChg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12:58.052" v="6"/>
              <pc2:cmMkLst xmlns:pc2="http://schemas.microsoft.com/office/powerpoint/2019/9/main/command">
                <pc:docMk/>
                <pc:sldMk cId="361175085" sldId="280"/>
                <pc2:cmMk id="{8B068FC0-168D-46E4-917E-40B9833B93C2}"/>
              </pc2:cmMkLst>
            </pc226:cmChg>
          </p:ext>
        </pc:extLst>
      </pc:sldChg>
      <pc:sldChg chg="addSp modSp mod">
        <pc:chgData name="Tanmay Samak" userId="20166025-7f22-4346-9b98-ec55ab787a06" providerId="ADAL" clId="{80E0E721-19AE-46BB-B38B-5DE6E6D52B1B}" dt="2023-08-24T01:19:15.433" v="12102" actId="20577"/>
        <pc:sldMkLst>
          <pc:docMk/>
          <pc:sldMk cId="1924754991" sldId="286"/>
        </pc:sldMkLst>
        <pc:spChg chg="mod">
          <ac:chgData name="Tanmay Samak" userId="20166025-7f22-4346-9b98-ec55ab787a06" providerId="ADAL" clId="{80E0E721-19AE-46BB-B38B-5DE6E6D52B1B}" dt="2023-08-24T01:19:15.433" v="12102" actId="20577"/>
          <ac:spMkLst>
            <pc:docMk/>
            <pc:sldMk cId="1924754991" sldId="286"/>
            <ac:spMk id="3" creationId="{20FEE75E-4191-DF81-29B1-94AD70DB3537}"/>
          </ac:spMkLst>
        </pc:spChg>
        <pc:spChg chg="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6" creationId="{196BDAE7-C129-FC65-CD43-44842C4C2B98}"/>
          </ac:spMkLst>
        </pc:spChg>
        <pc:spChg chg="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7" creationId="{548BC11D-4428-3434-A9C6-7A138878068D}"/>
          </ac:spMkLst>
        </pc:spChg>
        <pc:spChg chg="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8" creationId="{5D381926-3640-1582-8853-B03F407D8532}"/>
          </ac:spMkLst>
        </pc:spChg>
        <pc:spChg chg="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10" creationId="{E819B729-02EE-BD14-8363-C966460BB2DA}"/>
          </ac:spMkLst>
        </pc:spChg>
        <pc:spChg chg="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11" creationId="{39E46BEE-3472-2DB9-3BD8-EF993F70E643}"/>
          </ac:spMkLst>
        </pc:spChg>
        <pc:spChg chg="add 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25" creationId="{6E0A69B9-2AE4-1D8A-5B13-C0D612BB505A}"/>
          </ac:spMkLst>
        </pc:spChg>
        <pc:spChg chg="add 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26" creationId="{92B8F4A1-9507-AAC1-6051-FEAE8DDF77AB}"/>
          </ac:spMkLst>
        </pc:spChg>
        <pc:spChg chg="add mod ord">
          <ac:chgData name="Tanmay Samak" userId="20166025-7f22-4346-9b98-ec55ab787a06" providerId="ADAL" clId="{80E0E721-19AE-46BB-B38B-5DE6E6D52B1B}" dt="2023-08-20T18:17:04.483" v="9191" actId="166"/>
          <ac:spMkLst>
            <pc:docMk/>
            <pc:sldMk cId="1924754991" sldId="286"/>
            <ac:spMk id="27" creationId="{3A1B4383-DF8E-E8D0-56DA-41EA5E8C4D33}"/>
          </ac:spMkLst>
        </pc:spChg>
        <pc:spChg chg="add 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28" creationId="{E4876B2C-B718-A363-3FD2-1B262F03E2B6}"/>
          </ac:spMkLst>
        </pc:spChg>
        <pc:spChg chg="add 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29" creationId="{3DE73F44-3DC2-49BF-225E-A1984695F3C7}"/>
          </ac:spMkLst>
        </pc:spChg>
        <pc:spChg chg="add 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30" creationId="{000A8E61-B96C-D9FD-A5C6-628D4C50FA23}"/>
          </ac:spMkLst>
        </pc:spChg>
        <pc:spChg chg="add 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31" creationId="{460BEA74-AA12-AAE5-FACC-08F9C36F08D3}"/>
          </ac:spMkLst>
        </pc:spChg>
        <pc:spChg chg="add 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32" creationId="{79D9078D-C091-3579-82E9-5D8FCBD22DDF}"/>
          </ac:spMkLst>
        </pc:spChg>
        <pc:spChg chg="add 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33" creationId="{146FCB4B-B52A-982B-08DA-3AC97DAE4FE0}"/>
          </ac:spMkLst>
        </pc:spChg>
        <pc:spChg chg="add 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34" creationId="{D899E69C-567D-6F52-B1A3-EA4D5E90D206}"/>
          </ac:spMkLst>
        </pc:spChg>
        <pc:spChg chg="add 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35" creationId="{172F70A4-91E5-9BB1-9B5F-8AE1C7E8FA2D}"/>
          </ac:spMkLst>
        </pc:spChg>
        <pc:spChg chg="add 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36" creationId="{894B9307-6C82-5B36-C9A2-F8AB6C34BBED}"/>
          </ac:spMkLst>
        </pc:spChg>
        <pc:picChg chg="mod">
          <ac:chgData name="Tanmay Samak" userId="20166025-7f22-4346-9b98-ec55ab787a06" providerId="ADAL" clId="{80E0E721-19AE-46BB-B38B-5DE6E6D52B1B}" dt="2023-08-20T18:16:54.472" v="9190" actId="1036"/>
          <ac:picMkLst>
            <pc:docMk/>
            <pc:sldMk cId="1924754991" sldId="286"/>
            <ac:picMk id="9" creationId="{7DF3E2D2-71F8-60CF-ECD2-E2FCDA71CF50}"/>
          </ac:picMkLst>
        </pc:picChg>
      </pc:sldChg>
      <pc:sldChg chg="addSp delSp modSp mod">
        <pc:chgData name="Tanmay Samak" userId="20166025-7f22-4346-9b98-ec55ab787a06" providerId="ADAL" clId="{80E0E721-19AE-46BB-B38B-5DE6E6D52B1B}" dt="2023-08-24T01:28:03.779" v="12192"/>
        <pc:sldMkLst>
          <pc:docMk/>
          <pc:sldMk cId="2590787826" sldId="288"/>
        </pc:sldMkLst>
        <pc:spChg chg="mod">
          <ac:chgData name="Tanmay Samak" userId="20166025-7f22-4346-9b98-ec55ab787a06" providerId="ADAL" clId="{80E0E721-19AE-46BB-B38B-5DE6E6D52B1B}" dt="2023-08-18T00:48:45.224" v="8431" actId="20577"/>
          <ac:spMkLst>
            <pc:docMk/>
            <pc:sldMk cId="2590787826" sldId="288"/>
            <ac:spMk id="2" creationId="{87658E01-20F8-C471-DF10-B1DE14EEE1D4}"/>
          </ac:spMkLst>
        </pc:spChg>
        <pc:spChg chg="del">
          <ac:chgData name="Tanmay Samak" userId="20166025-7f22-4346-9b98-ec55ab787a06" providerId="ADAL" clId="{80E0E721-19AE-46BB-B38B-5DE6E6D52B1B}" dt="2023-08-24T01:28:03.309" v="12191" actId="478"/>
          <ac:spMkLst>
            <pc:docMk/>
            <pc:sldMk cId="2590787826" sldId="288"/>
            <ac:spMk id="3" creationId="{D19926CC-E0E5-548A-09B0-3DA2755D7A01}"/>
          </ac:spMkLst>
        </pc:spChg>
        <pc:spChg chg="del">
          <ac:chgData name="Tanmay Samak" userId="20166025-7f22-4346-9b98-ec55ab787a06" providerId="ADAL" clId="{80E0E721-19AE-46BB-B38B-5DE6E6D52B1B}" dt="2023-08-24T01:28:03.309" v="12191" actId="478"/>
          <ac:spMkLst>
            <pc:docMk/>
            <pc:sldMk cId="2590787826" sldId="288"/>
            <ac:spMk id="25" creationId="{2CB4C5BD-967A-76F4-4138-BCDAC0AE04B7}"/>
          </ac:spMkLst>
        </pc:spChg>
        <pc:spChg chg="del">
          <ac:chgData name="Tanmay Samak" userId="20166025-7f22-4346-9b98-ec55ab787a06" providerId="ADAL" clId="{80E0E721-19AE-46BB-B38B-5DE6E6D52B1B}" dt="2023-08-24T01:28:03.309" v="12191" actId="478"/>
          <ac:spMkLst>
            <pc:docMk/>
            <pc:sldMk cId="2590787826" sldId="288"/>
            <ac:spMk id="27" creationId="{C30D6D4E-8E2E-6EEE-C05B-8BA1D7DE364D}"/>
          </ac:spMkLst>
        </pc:spChg>
        <pc:spChg chg="add mod">
          <ac:chgData name="Tanmay Samak" userId="20166025-7f22-4346-9b98-ec55ab787a06" providerId="ADAL" clId="{80E0E721-19AE-46BB-B38B-5DE6E6D52B1B}" dt="2023-08-14T18:13:09.399" v="7987"/>
          <ac:spMkLst>
            <pc:docMk/>
            <pc:sldMk cId="2590787826" sldId="288"/>
            <ac:spMk id="33" creationId="{09C49016-955E-F78B-1FDD-3146F0B86482}"/>
          </ac:spMkLst>
        </pc:spChg>
        <pc:spChg chg="add mod">
          <ac:chgData name="Tanmay Samak" userId="20166025-7f22-4346-9b98-ec55ab787a06" providerId="ADAL" clId="{80E0E721-19AE-46BB-B38B-5DE6E6D52B1B}" dt="2023-08-14T18:13:09.399" v="7987"/>
          <ac:spMkLst>
            <pc:docMk/>
            <pc:sldMk cId="2590787826" sldId="288"/>
            <ac:spMk id="34" creationId="{9D321898-3C1C-D847-A91A-4C5C12F08036}"/>
          </ac:spMkLst>
        </pc:spChg>
        <pc:spChg chg="add mod">
          <ac:chgData name="Tanmay Samak" userId="20166025-7f22-4346-9b98-ec55ab787a06" providerId="ADAL" clId="{80E0E721-19AE-46BB-B38B-5DE6E6D52B1B}" dt="2023-08-14T18:13:09.399" v="7987"/>
          <ac:spMkLst>
            <pc:docMk/>
            <pc:sldMk cId="2590787826" sldId="288"/>
            <ac:spMk id="35" creationId="{57CDB353-CC27-DD00-7986-1BC2BC287C83}"/>
          </ac:spMkLst>
        </pc:spChg>
        <pc:spChg chg="add mod">
          <ac:chgData name="Tanmay Samak" userId="20166025-7f22-4346-9b98-ec55ab787a06" providerId="ADAL" clId="{80E0E721-19AE-46BB-B38B-5DE6E6D52B1B}" dt="2023-08-14T18:13:09.399" v="7987"/>
          <ac:spMkLst>
            <pc:docMk/>
            <pc:sldMk cId="2590787826" sldId="288"/>
            <ac:spMk id="36" creationId="{06C5D2E5-EA55-FA97-004C-DF97A1C72961}"/>
          </ac:spMkLst>
        </pc:spChg>
        <pc:spChg chg="add mod">
          <ac:chgData name="Tanmay Samak" userId="20166025-7f22-4346-9b98-ec55ab787a06" providerId="ADAL" clId="{80E0E721-19AE-46BB-B38B-5DE6E6D52B1B}" dt="2023-08-14T18:13:09.399" v="7987"/>
          <ac:spMkLst>
            <pc:docMk/>
            <pc:sldMk cId="2590787826" sldId="288"/>
            <ac:spMk id="37" creationId="{B400DF07-97F3-207D-248F-26B270F22ADE}"/>
          </ac:spMkLst>
        </pc:spChg>
        <pc:spChg chg="add mod">
          <ac:chgData name="Tanmay Samak" userId="20166025-7f22-4346-9b98-ec55ab787a06" providerId="ADAL" clId="{80E0E721-19AE-46BB-B38B-5DE6E6D52B1B}" dt="2023-08-14T18:13:09.399" v="7987"/>
          <ac:spMkLst>
            <pc:docMk/>
            <pc:sldMk cId="2590787826" sldId="288"/>
            <ac:spMk id="38" creationId="{3E581B35-B7F0-DF33-C7D8-3B76D4EF8BB0}"/>
          </ac:spMkLst>
        </pc:spChg>
        <pc:spChg chg="add mod">
          <ac:chgData name="Tanmay Samak" userId="20166025-7f22-4346-9b98-ec55ab787a06" providerId="ADAL" clId="{80E0E721-19AE-46BB-B38B-5DE6E6D52B1B}" dt="2023-08-14T18:13:09.399" v="7987"/>
          <ac:spMkLst>
            <pc:docMk/>
            <pc:sldMk cId="2590787826" sldId="288"/>
            <ac:spMk id="39" creationId="{9B1D492C-253B-61E0-775B-A77CB866902C}"/>
          </ac:spMkLst>
        </pc:spChg>
        <pc:spChg chg="add mod">
          <ac:chgData name="Tanmay Samak" userId="20166025-7f22-4346-9b98-ec55ab787a06" providerId="ADAL" clId="{80E0E721-19AE-46BB-B38B-5DE6E6D52B1B}" dt="2023-08-14T18:13:09.399" v="7987"/>
          <ac:spMkLst>
            <pc:docMk/>
            <pc:sldMk cId="2590787826" sldId="288"/>
            <ac:spMk id="40" creationId="{7BE2BDC5-6EA4-BA50-A657-5E795BC2B0FA}"/>
          </ac:spMkLst>
        </pc:spChg>
        <pc:spChg chg="mod">
          <ac:chgData name="Tanmay Samak" userId="20166025-7f22-4346-9b98-ec55ab787a06" providerId="ADAL" clId="{80E0E721-19AE-46BB-B38B-5DE6E6D52B1B}" dt="2023-08-24T01:28:03.779" v="12192"/>
          <ac:spMkLst>
            <pc:docMk/>
            <pc:sldMk cId="2590787826" sldId="288"/>
            <ac:spMk id="42" creationId="{794E4B8B-8696-9D61-3290-77A23D832E8A}"/>
          </ac:spMkLst>
        </pc:spChg>
        <pc:spChg chg="mod">
          <ac:chgData name="Tanmay Samak" userId="20166025-7f22-4346-9b98-ec55ab787a06" providerId="ADAL" clId="{80E0E721-19AE-46BB-B38B-5DE6E6D52B1B}" dt="2023-08-24T01:28:03.779" v="12192"/>
          <ac:spMkLst>
            <pc:docMk/>
            <pc:sldMk cId="2590787826" sldId="288"/>
            <ac:spMk id="43" creationId="{AB8CFD36-985D-DF6B-3C17-1C11CA281AEA}"/>
          </ac:spMkLst>
        </pc:spChg>
        <pc:spChg chg="mod">
          <ac:chgData name="Tanmay Samak" userId="20166025-7f22-4346-9b98-ec55ab787a06" providerId="ADAL" clId="{80E0E721-19AE-46BB-B38B-5DE6E6D52B1B}" dt="2023-08-24T01:28:03.779" v="12192"/>
          <ac:spMkLst>
            <pc:docMk/>
            <pc:sldMk cId="2590787826" sldId="288"/>
            <ac:spMk id="46" creationId="{F7C1D356-1921-8366-F8AE-2B1F884B4BB9}"/>
          </ac:spMkLst>
        </pc:spChg>
        <pc:spChg chg="mod">
          <ac:chgData name="Tanmay Samak" userId="20166025-7f22-4346-9b98-ec55ab787a06" providerId="ADAL" clId="{80E0E721-19AE-46BB-B38B-5DE6E6D52B1B}" dt="2023-08-24T01:28:03.779" v="12192"/>
          <ac:spMkLst>
            <pc:docMk/>
            <pc:sldMk cId="2590787826" sldId="288"/>
            <ac:spMk id="47" creationId="{AA7450D4-349A-3C7F-6C04-A455779F703F}"/>
          </ac:spMkLst>
        </pc:spChg>
        <pc:spChg chg="mod">
          <ac:chgData name="Tanmay Samak" userId="20166025-7f22-4346-9b98-ec55ab787a06" providerId="ADAL" clId="{80E0E721-19AE-46BB-B38B-5DE6E6D52B1B}" dt="2023-08-24T01:28:03.779" v="12192"/>
          <ac:spMkLst>
            <pc:docMk/>
            <pc:sldMk cId="2590787826" sldId="288"/>
            <ac:spMk id="50" creationId="{37D74D09-AEF1-ABEC-07DB-63FD280CCA0F}"/>
          </ac:spMkLst>
        </pc:spChg>
        <pc:spChg chg="mod">
          <ac:chgData name="Tanmay Samak" userId="20166025-7f22-4346-9b98-ec55ab787a06" providerId="ADAL" clId="{80E0E721-19AE-46BB-B38B-5DE6E6D52B1B}" dt="2023-08-24T01:28:03.779" v="12192"/>
          <ac:spMkLst>
            <pc:docMk/>
            <pc:sldMk cId="2590787826" sldId="288"/>
            <ac:spMk id="51" creationId="{4061A4A2-1709-9BFD-686F-F204E419DA2E}"/>
          </ac:spMkLst>
        </pc:spChg>
        <pc:spChg chg="mod">
          <ac:chgData name="Tanmay Samak" userId="20166025-7f22-4346-9b98-ec55ab787a06" providerId="ADAL" clId="{80E0E721-19AE-46BB-B38B-5DE6E6D52B1B}" dt="2023-08-24T01:28:03.779" v="12192"/>
          <ac:spMkLst>
            <pc:docMk/>
            <pc:sldMk cId="2590787826" sldId="288"/>
            <ac:spMk id="54" creationId="{8F710832-4CDC-030C-8721-19780C0F4DCA}"/>
          </ac:spMkLst>
        </pc:spChg>
        <pc:spChg chg="mod">
          <ac:chgData name="Tanmay Samak" userId="20166025-7f22-4346-9b98-ec55ab787a06" providerId="ADAL" clId="{80E0E721-19AE-46BB-B38B-5DE6E6D52B1B}" dt="2023-08-24T01:28:03.779" v="12192"/>
          <ac:spMkLst>
            <pc:docMk/>
            <pc:sldMk cId="2590787826" sldId="288"/>
            <ac:spMk id="55" creationId="{D11F1D0A-497B-7F51-354D-CD5211E81518}"/>
          </ac:spMkLst>
        </pc:spChg>
        <pc:spChg chg="add mod">
          <ac:chgData name="Tanmay Samak" userId="20166025-7f22-4346-9b98-ec55ab787a06" providerId="ADAL" clId="{80E0E721-19AE-46BB-B38B-5DE6E6D52B1B}" dt="2023-08-24T01:28:03.779" v="12192"/>
          <ac:spMkLst>
            <pc:docMk/>
            <pc:sldMk cId="2590787826" sldId="288"/>
            <ac:spMk id="57" creationId="{9D9BFBFB-DB65-14EC-89A3-B19F1BE097BF}"/>
          </ac:spMkLst>
        </pc:spChg>
        <pc:spChg chg="add mod">
          <ac:chgData name="Tanmay Samak" userId="20166025-7f22-4346-9b98-ec55ab787a06" providerId="ADAL" clId="{80E0E721-19AE-46BB-B38B-5DE6E6D52B1B}" dt="2023-08-24T01:28:03.779" v="12192"/>
          <ac:spMkLst>
            <pc:docMk/>
            <pc:sldMk cId="2590787826" sldId="288"/>
            <ac:spMk id="59" creationId="{68E07C53-3957-4987-E154-63DCEE77A468}"/>
          </ac:spMkLst>
        </pc:spChg>
        <pc:spChg chg="add mod">
          <ac:chgData name="Tanmay Samak" userId="20166025-7f22-4346-9b98-ec55ab787a06" providerId="ADAL" clId="{80E0E721-19AE-46BB-B38B-5DE6E6D52B1B}" dt="2023-08-24T01:28:03.779" v="12192"/>
          <ac:spMkLst>
            <pc:docMk/>
            <pc:sldMk cId="2590787826" sldId="288"/>
            <ac:spMk id="61" creationId="{318A6C6A-02C1-6926-D641-B0D0983A6084}"/>
          </ac:spMkLst>
        </pc:spChg>
        <pc:grpChg chg="del">
          <ac:chgData name="Tanmay Samak" userId="20166025-7f22-4346-9b98-ec55ab787a06" providerId="ADAL" clId="{80E0E721-19AE-46BB-B38B-5DE6E6D52B1B}" dt="2023-08-24T01:28:03.309" v="12191" actId="478"/>
          <ac:grpSpMkLst>
            <pc:docMk/>
            <pc:sldMk cId="2590787826" sldId="288"/>
            <ac:grpSpMk id="7" creationId="{C0CEBACC-24C8-570A-F21A-F14AE54921E5}"/>
          </ac:grpSpMkLst>
        </pc:grpChg>
        <pc:grpChg chg="del">
          <ac:chgData name="Tanmay Samak" userId="20166025-7f22-4346-9b98-ec55ab787a06" providerId="ADAL" clId="{80E0E721-19AE-46BB-B38B-5DE6E6D52B1B}" dt="2023-08-24T01:28:03.309" v="12191" actId="478"/>
          <ac:grpSpMkLst>
            <pc:docMk/>
            <pc:sldMk cId="2590787826" sldId="288"/>
            <ac:grpSpMk id="15" creationId="{1A1ACD8E-2664-3AA5-B608-E13DBB94F4C3}"/>
          </ac:grpSpMkLst>
        </pc:grpChg>
        <pc:grpChg chg="del">
          <ac:chgData name="Tanmay Samak" userId="20166025-7f22-4346-9b98-ec55ab787a06" providerId="ADAL" clId="{80E0E721-19AE-46BB-B38B-5DE6E6D52B1B}" dt="2023-08-24T01:28:03.309" v="12191" actId="478"/>
          <ac:grpSpMkLst>
            <pc:docMk/>
            <pc:sldMk cId="2590787826" sldId="288"/>
            <ac:grpSpMk id="19" creationId="{3F1A9756-0987-2947-1AA4-846D8F8C9D61}"/>
          </ac:grpSpMkLst>
        </pc:grpChg>
        <pc:grpChg chg="del">
          <ac:chgData name="Tanmay Samak" userId="20166025-7f22-4346-9b98-ec55ab787a06" providerId="ADAL" clId="{80E0E721-19AE-46BB-B38B-5DE6E6D52B1B}" dt="2023-08-24T01:28:03.309" v="12191" actId="478"/>
          <ac:grpSpMkLst>
            <pc:docMk/>
            <pc:sldMk cId="2590787826" sldId="288"/>
            <ac:grpSpMk id="28" creationId="{B39CB95F-6D40-92D6-0E56-B565874353AC}"/>
          </ac:grpSpMkLst>
        </pc:grpChg>
        <pc:grpChg chg="add mod">
          <ac:chgData name="Tanmay Samak" userId="20166025-7f22-4346-9b98-ec55ab787a06" providerId="ADAL" clId="{80E0E721-19AE-46BB-B38B-5DE6E6D52B1B}" dt="2023-08-24T01:28:03.779" v="12192"/>
          <ac:grpSpMkLst>
            <pc:docMk/>
            <pc:sldMk cId="2590787826" sldId="288"/>
            <ac:grpSpMk id="41" creationId="{BA6D07C0-1D81-9B3E-21B1-D2321C7820D8}"/>
          </ac:grpSpMkLst>
        </pc:grpChg>
        <pc:grpChg chg="add mod">
          <ac:chgData name="Tanmay Samak" userId="20166025-7f22-4346-9b98-ec55ab787a06" providerId="ADAL" clId="{80E0E721-19AE-46BB-B38B-5DE6E6D52B1B}" dt="2023-08-24T01:28:03.779" v="12192"/>
          <ac:grpSpMkLst>
            <pc:docMk/>
            <pc:sldMk cId="2590787826" sldId="288"/>
            <ac:grpSpMk id="45" creationId="{784F2E67-D6CF-63F9-CA63-13297A058908}"/>
          </ac:grpSpMkLst>
        </pc:grpChg>
        <pc:grpChg chg="add mod">
          <ac:chgData name="Tanmay Samak" userId="20166025-7f22-4346-9b98-ec55ab787a06" providerId="ADAL" clId="{80E0E721-19AE-46BB-B38B-5DE6E6D52B1B}" dt="2023-08-24T01:28:03.779" v="12192"/>
          <ac:grpSpMkLst>
            <pc:docMk/>
            <pc:sldMk cId="2590787826" sldId="288"/>
            <ac:grpSpMk id="49" creationId="{EC86821A-5922-727A-C1E6-B8E444F7198E}"/>
          </ac:grpSpMkLst>
        </pc:grpChg>
        <pc:grpChg chg="add mod">
          <ac:chgData name="Tanmay Samak" userId="20166025-7f22-4346-9b98-ec55ab787a06" providerId="ADAL" clId="{80E0E721-19AE-46BB-B38B-5DE6E6D52B1B}" dt="2023-08-24T01:28:03.779" v="12192"/>
          <ac:grpSpMkLst>
            <pc:docMk/>
            <pc:sldMk cId="2590787826" sldId="288"/>
            <ac:grpSpMk id="53" creationId="{AD2D341C-F466-5A07-18CC-4817EF065EA4}"/>
          </ac:grpSpMkLst>
        </pc:grpChg>
        <pc:graphicFrameChg chg="mod">
          <ac:chgData name="Tanmay Samak" userId="20166025-7f22-4346-9b98-ec55ab787a06" providerId="ADAL" clId="{80E0E721-19AE-46BB-B38B-5DE6E6D52B1B}" dt="2023-08-24T01:28:03.779" v="12192"/>
          <ac:graphicFrameMkLst>
            <pc:docMk/>
            <pc:sldMk cId="2590787826" sldId="288"/>
            <ac:graphicFrameMk id="44" creationId="{0D4C998E-90A3-9747-8DF0-36F3174B95E4}"/>
          </ac:graphicFrameMkLst>
        </pc:graphicFrameChg>
        <pc:graphicFrameChg chg="mod">
          <ac:chgData name="Tanmay Samak" userId="20166025-7f22-4346-9b98-ec55ab787a06" providerId="ADAL" clId="{80E0E721-19AE-46BB-B38B-5DE6E6D52B1B}" dt="2023-08-24T01:28:03.779" v="12192"/>
          <ac:graphicFrameMkLst>
            <pc:docMk/>
            <pc:sldMk cId="2590787826" sldId="288"/>
            <ac:graphicFrameMk id="48" creationId="{F18B5DC5-FB28-38F0-5436-C30B3986E02C}"/>
          </ac:graphicFrameMkLst>
        </pc:graphicFrameChg>
        <pc:graphicFrameChg chg="mod">
          <ac:chgData name="Tanmay Samak" userId="20166025-7f22-4346-9b98-ec55ab787a06" providerId="ADAL" clId="{80E0E721-19AE-46BB-B38B-5DE6E6D52B1B}" dt="2023-08-24T01:28:03.779" v="12192"/>
          <ac:graphicFrameMkLst>
            <pc:docMk/>
            <pc:sldMk cId="2590787826" sldId="288"/>
            <ac:graphicFrameMk id="52" creationId="{C45EED86-EE8A-2FA9-7413-FF7EFF73D4F6}"/>
          </ac:graphicFrameMkLst>
        </pc:graphicFrameChg>
        <pc:graphicFrameChg chg="mod">
          <ac:chgData name="Tanmay Samak" userId="20166025-7f22-4346-9b98-ec55ab787a06" providerId="ADAL" clId="{80E0E721-19AE-46BB-B38B-5DE6E6D52B1B}" dt="2023-08-24T01:28:03.779" v="12192"/>
          <ac:graphicFrameMkLst>
            <pc:docMk/>
            <pc:sldMk cId="2590787826" sldId="288"/>
            <ac:graphicFrameMk id="56" creationId="{42A65757-191D-3B1C-53D9-D43367C5FEFD}"/>
          </ac:graphicFrameMkLst>
        </pc:graphicFrameChg>
        <pc:picChg chg="del">
          <ac:chgData name="Tanmay Samak" userId="20166025-7f22-4346-9b98-ec55ab787a06" providerId="ADAL" clId="{80E0E721-19AE-46BB-B38B-5DE6E6D52B1B}" dt="2023-08-24T01:28:03.309" v="12191" actId="478"/>
          <ac:picMkLst>
            <pc:docMk/>
            <pc:sldMk cId="2590787826" sldId="288"/>
            <ac:picMk id="24" creationId="{60AFD8FB-2F91-651A-C095-E8F37CA16E50}"/>
          </ac:picMkLst>
        </pc:picChg>
        <pc:picChg chg="del">
          <ac:chgData name="Tanmay Samak" userId="20166025-7f22-4346-9b98-ec55ab787a06" providerId="ADAL" clId="{80E0E721-19AE-46BB-B38B-5DE6E6D52B1B}" dt="2023-08-24T01:28:03.309" v="12191" actId="478"/>
          <ac:picMkLst>
            <pc:docMk/>
            <pc:sldMk cId="2590787826" sldId="288"/>
            <ac:picMk id="26" creationId="{D27D34D0-507D-BC8F-D262-7904330E4195}"/>
          </ac:picMkLst>
        </pc:picChg>
        <pc:picChg chg="add mod">
          <ac:chgData name="Tanmay Samak" userId="20166025-7f22-4346-9b98-ec55ab787a06" providerId="ADAL" clId="{80E0E721-19AE-46BB-B38B-5DE6E6D52B1B}" dt="2023-08-24T01:28:03.779" v="12192"/>
          <ac:picMkLst>
            <pc:docMk/>
            <pc:sldMk cId="2590787826" sldId="288"/>
            <ac:picMk id="58" creationId="{FE797305-DB0B-6B55-278A-A64CDAEE0654}"/>
          </ac:picMkLst>
        </pc:picChg>
        <pc:picChg chg="add mod">
          <ac:chgData name="Tanmay Samak" userId="20166025-7f22-4346-9b98-ec55ab787a06" providerId="ADAL" clId="{80E0E721-19AE-46BB-B38B-5DE6E6D52B1B}" dt="2023-08-24T01:28:03.779" v="12192"/>
          <ac:picMkLst>
            <pc:docMk/>
            <pc:sldMk cId="2590787826" sldId="288"/>
            <ac:picMk id="60" creationId="{5A249029-5D19-EC20-0D13-E658157DA1F3}"/>
          </ac:picMkLst>
        </pc:picChg>
        <pc:cxnChg chg="add mod">
          <ac:chgData name="Tanmay Samak" userId="20166025-7f22-4346-9b98-ec55ab787a06" providerId="ADAL" clId="{80E0E721-19AE-46BB-B38B-5DE6E6D52B1B}" dt="2023-08-14T18:13:09.399" v="7987"/>
          <ac:cxnSpMkLst>
            <pc:docMk/>
            <pc:sldMk cId="2590787826" sldId="288"/>
            <ac:cxnSpMk id="11" creationId="{7578F89A-573B-7660-9792-94E80C7D7FF9}"/>
          </ac:cxnSpMkLst>
        </pc:cxnChg>
        <pc:cxnChg chg="add mod">
          <ac:chgData name="Tanmay Samak" userId="20166025-7f22-4346-9b98-ec55ab787a06" providerId="ADAL" clId="{80E0E721-19AE-46BB-B38B-5DE6E6D52B1B}" dt="2023-08-14T18:13:09.399" v="7987"/>
          <ac:cxnSpMkLst>
            <pc:docMk/>
            <pc:sldMk cId="2590787826" sldId="288"/>
            <ac:cxnSpMk id="12" creationId="{99B43B59-A630-9411-4979-96CBEDF1BC33}"/>
          </ac:cxnSpMkLst>
        </pc:cxnChg>
        <pc:cxnChg chg="add mod">
          <ac:chgData name="Tanmay Samak" userId="20166025-7f22-4346-9b98-ec55ab787a06" providerId="ADAL" clId="{80E0E721-19AE-46BB-B38B-5DE6E6D52B1B}" dt="2023-08-14T18:13:09.399" v="7987"/>
          <ac:cxnSpMkLst>
            <pc:docMk/>
            <pc:sldMk cId="2590787826" sldId="288"/>
            <ac:cxnSpMk id="13" creationId="{B8EB697A-2F9B-0136-5DF2-B9D2240282F7}"/>
          </ac:cxnSpMkLst>
        </pc:cxnChg>
        <pc:cxnChg chg="add mod">
          <ac:chgData name="Tanmay Samak" userId="20166025-7f22-4346-9b98-ec55ab787a06" providerId="ADAL" clId="{80E0E721-19AE-46BB-B38B-5DE6E6D52B1B}" dt="2023-08-14T18:13:09.399" v="7987"/>
          <ac:cxnSpMkLst>
            <pc:docMk/>
            <pc:sldMk cId="2590787826" sldId="288"/>
            <ac:cxnSpMk id="14" creationId="{492AAA11-D64A-155E-115D-83EA1E6225ED}"/>
          </ac:cxnSpMkLst>
        </pc:cxnChg>
        <pc:cxnChg chg="add mod">
          <ac:chgData name="Tanmay Samak" userId="20166025-7f22-4346-9b98-ec55ab787a06" providerId="ADAL" clId="{80E0E721-19AE-46BB-B38B-5DE6E6D52B1B}" dt="2023-08-14T18:13:09.399" v="7987"/>
          <ac:cxnSpMkLst>
            <pc:docMk/>
            <pc:sldMk cId="2590787826" sldId="288"/>
            <ac:cxnSpMk id="32" creationId="{CDB35DB1-B543-A52D-70EC-CF6E8CD7CA86}"/>
          </ac:cxnSpMkLst>
        </pc:cxnChg>
      </pc:sldChg>
      <pc:sldChg chg="addSp delSp modSp mod ord">
        <pc:chgData name="Tanmay Samak" userId="20166025-7f22-4346-9b98-ec55ab787a06" providerId="ADAL" clId="{80E0E721-19AE-46BB-B38B-5DE6E6D52B1B}" dt="2023-08-24T01:28:41.686" v="12196"/>
        <pc:sldMkLst>
          <pc:docMk/>
          <pc:sldMk cId="1117292551" sldId="289"/>
        </pc:sldMkLst>
        <pc:spChg chg="mod">
          <ac:chgData name="Tanmay Samak" userId="20166025-7f22-4346-9b98-ec55ab787a06" providerId="ADAL" clId="{80E0E721-19AE-46BB-B38B-5DE6E6D52B1B}" dt="2023-08-18T00:49:09.915" v="8460" actId="20577"/>
          <ac:spMkLst>
            <pc:docMk/>
            <pc:sldMk cId="1117292551" sldId="289"/>
            <ac:spMk id="2" creationId="{87658E01-20F8-C471-DF10-B1DE14EEE1D4}"/>
          </ac:spMkLst>
        </pc:spChg>
        <pc:spChg chg="del">
          <ac:chgData name="Tanmay Samak" userId="20166025-7f22-4346-9b98-ec55ab787a06" providerId="ADAL" clId="{80E0E721-19AE-46BB-B38B-5DE6E6D52B1B}" dt="2023-08-24T01:28:41.265" v="12195" actId="478"/>
          <ac:spMkLst>
            <pc:docMk/>
            <pc:sldMk cId="1117292551" sldId="289"/>
            <ac:spMk id="3" creationId="{D67E9F85-A9D6-8B5E-8C6F-8E08C93ABF02}"/>
          </ac:spMkLst>
        </pc:spChg>
        <pc:spChg chg="del">
          <ac:chgData name="Tanmay Samak" userId="20166025-7f22-4346-9b98-ec55ab787a06" providerId="ADAL" clId="{80E0E721-19AE-46BB-B38B-5DE6E6D52B1B}" dt="2023-08-24T01:28:41.265" v="12195" actId="478"/>
          <ac:spMkLst>
            <pc:docMk/>
            <pc:sldMk cId="1117292551" sldId="289"/>
            <ac:spMk id="25" creationId="{75F34CA2-9B3D-5E75-A980-96D1586F7578}"/>
          </ac:spMkLst>
        </pc:spChg>
        <pc:spChg chg="add mod">
          <ac:chgData name="Tanmay Samak" userId="20166025-7f22-4346-9b98-ec55ab787a06" providerId="ADAL" clId="{80E0E721-19AE-46BB-B38B-5DE6E6D52B1B}" dt="2023-08-14T18:13:29.778" v="7989"/>
          <ac:spMkLst>
            <pc:docMk/>
            <pc:sldMk cId="1117292551" sldId="289"/>
            <ac:spMk id="28" creationId="{8CB01267-2103-22FE-12BD-AE20010DA406}"/>
          </ac:spMkLst>
        </pc:spChg>
        <pc:spChg chg="add mod">
          <ac:chgData name="Tanmay Samak" userId="20166025-7f22-4346-9b98-ec55ab787a06" providerId="ADAL" clId="{80E0E721-19AE-46BB-B38B-5DE6E6D52B1B}" dt="2023-08-14T18:13:29.778" v="7989"/>
          <ac:spMkLst>
            <pc:docMk/>
            <pc:sldMk cId="1117292551" sldId="289"/>
            <ac:spMk id="29" creationId="{7DABF4A3-ECEF-1B4B-513C-B4C419E1599F}"/>
          </ac:spMkLst>
        </pc:spChg>
        <pc:spChg chg="add mod">
          <ac:chgData name="Tanmay Samak" userId="20166025-7f22-4346-9b98-ec55ab787a06" providerId="ADAL" clId="{80E0E721-19AE-46BB-B38B-5DE6E6D52B1B}" dt="2023-08-14T18:13:29.778" v="7989"/>
          <ac:spMkLst>
            <pc:docMk/>
            <pc:sldMk cId="1117292551" sldId="289"/>
            <ac:spMk id="30" creationId="{B95E8E76-34AD-5B50-52E6-17A3485004DA}"/>
          </ac:spMkLst>
        </pc:spChg>
        <pc:spChg chg="add mod">
          <ac:chgData name="Tanmay Samak" userId="20166025-7f22-4346-9b98-ec55ab787a06" providerId="ADAL" clId="{80E0E721-19AE-46BB-B38B-5DE6E6D52B1B}" dt="2023-08-14T18:13:29.778" v="7989"/>
          <ac:spMkLst>
            <pc:docMk/>
            <pc:sldMk cId="1117292551" sldId="289"/>
            <ac:spMk id="31" creationId="{31FE3271-B0EF-7D06-5585-C367CE3DF293}"/>
          </ac:spMkLst>
        </pc:spChg>
        <pc:spChg chg="add mod">
          <ac:chgData name="Tanmay Samak" userId="20166025-7f22-4346-9b98-ec55ab787a06" providerId="ADAL" clId="{80E0E721-19AE-46BB-B38B-5DE6E6D52B1B}" dt="2023-08-14T18:13:29.778" v="7989"/>
          <ac:spMkLst>
            <pc:docMk/>
            <pc:sldMk cId="1117292551" sldId="289"/>
            <ac:spMk id="32" creationId="{AFFFA102-7D3A-4150-2488-1C41B4E23792}"/>
          </ac:spMkLst>
        </pc:spChg>
        <pc:spChg chg="del">
          <ac:chgData name="Tanmay Samak" userId="20166025-7f22-4346-9b98-ec55ab787a06" providerId="ADAL" clId="{80E0E721-19AE-46BB-B38B-5DE6E6D52B1B}" dt="2023-08-24T01:28:41.265" v="12195" actId="478"/>
          <ac:spMkLst>
            <pc:docMk/>
            <pc:sldMk cId="1117292551" sldId="289"/>
            <ac:spMk id="37" creationId="{D79E7211-D927-B3B9-94D2-5EE2FB16C766}"/>
          </ac:spMkLst>
        </pc:spChg>
        <pc:spChg chg="add mod">
          <ac:chgData name="Tanmay Samak" userId="20166025-7f22-4346-9b98-ec55ab787a06" providerId="ADAL" clId="{80E0E721-19AE-46BB-B38B-5DE6E6D52B1B}" dt="2023-08-14T18:13:29.778" v="7989"/>
          <ac:spMkLst>
            <pc:docMk/>
            <pc:sldMk cId="1117292551" sldId="289"/>
            <ac:spMk id="39" creationId="{662F88D1-7744-4612-54EF-1E066CA46798}"/>
          </ac:spMkLst>
        </pc:spChg>
        <pc:spChg chg="add mod">
          <ac:chgData name="Tanmay Samak" userId="20166025-7f22-4346-9b98-ec55ab787a06" providerId="ADAL" clId="{80E0E721-19AE-46BB-B38B-5DE6E6D52B1B}" dt="2023-08-14T18:13:29.778" v="7989"/>
          <ac:spMkLst>
            <pc:docMk/>
            <pc:sldMk cId="1117292551" sldId="289"/>
            <ac:spMk id="40" creationId="{0CEF58EE-624C-A398-706E-C324A5D61EBF}"/>
          </ac:spMkLst>
        </pc:spChg>
        <pc:spChg chg="add mod">
          <ac:chgData name="Tanmay Samak" userId="20166025-7f22-4346-9b98-ec55ab787a06" providerId="ADAL" clId="{80E0E721-19AE-46BB-B38B-5DE6E6D52B1B}" dt="2023-08-14T18:13:29.778" v="7989"/>
          <ac:spMkLst>
            <pc:docMk/>
            <pc:sldMk cId="1117292551" sldId="289"/>
            <ac:spMk id="41" creationId="{EE4C1276-F30B-3548-AB1C-8E7819F1F614}"/>
          </ac:spMkLst>
        </pc:spChg>
        <pc:spChg chg="mod">
          <ac:chgData name="Tanmay Samak" userId="20166025-7f22-4346-9b98-ec55ab787a06" providerId="ADAL" clId="{80E0E721-19AE-46BB-B38B-5DE6E6D52B1B}" dt="2023-08-24T01:28:41.686" v="12196"/>
          <ac:spMkLst>
            <pc:docMk/>
            <pc:sldMk cId="1117292551" sldId="289"/>
            <ac:spMk id="43" creationId="{DC2BAAB4-3F3A-912C-3504-C4E1E388C94B}"/>
          </ac:spMkLst>
        </pc:spChg>
        <pc:spChg chg="mod">
          <ac:chgData name="Tanmay Samak" userId="20166025-7f22-4346-9b98-ec55ab787a06" providerId="ADAL" clId="{80E0E721-19AE-46BB-B38B-5DE6E6D52B1B}" dt="2023-08-24T01:28:41.686" v="12196"/>
          <ac:spMkLst>
            <pc:docMk/>
            <pc:sldMk cId="1117292551" sldId="289"/>
            <ac:spMk id="44" creationId="{9F356A73-3489-20FE-B22F-34D7DE871FA5}"/>
          </ac:spMkLst>
        </pc:spChg>
        <pc:spChg chg="mod">
          <ac:chgData name="Tanmay Samak" userId="20166025-7f22-4346-9b98-ec55ab787a06" providerId="ADAL" clId="{80E0E721-19AE-46BB-B38B-5DE6E6D52B1B}" dt="2023-08-24T01:28:41.686" v="12196"/>
          <ac:spMkLst>
            <pc:docMk/>
            <pc:sldMk cId="1117292551" sldId="289"/>
            <ac:spMk id="47" creationId="{41AC6DB2-77EA-F34F-B49E-F698FE0BEC7F}"/>
          </ac:spMkLst>
        </pc:spChg>
        <pc:spChg chg="mod">
          <ac:chgData name="Tanmay Samak" userId="20166025-7f22-4346-9b98-ec55ab787a06" providerId="ADAL" clId="{80E0E721-19AE-46BB-B38B-5DE6E6D52B1B}" dt="2023-08-24T01:28:41.686" v="12196"/>
          <ac:spMkLst>
            <pc:docMk/>
            <pc:sldMk cId="1117292551" sldId="289"/>
            <ac:spMk id="48" creationId="{68670EF9-0A81-EB1D-7FB6-539BF9F0B6A6}"/>
          </ac:spMkLst>
        </pc:spChg>
        <pc:spChg chg="mod">
          <ac:chgData name="Tanmay Samak" userId="20166025-7f22-4346-9b98-ec55ab787a06" providerId="ADAL" clId="{80E0E721-19AE-46BB-B38B-5DE6E6D52B1B}" dt="2023-08-24T01:28:41.686" v="12196"/>
          <ac:spMkLst>
            <pc:docMk/>
            <pc:sldMk cId="1117292551" sldId="289"/>
            <ac:spMk id="51" creationId="{EB48934E-FF7C-9211-23BB-C7A30B6DF09F}"/>
          </ac:spMkLst>
        </pc:spChg>
        <pc:spChg chg="mod">
          <ac:chgData name="Tanmay Samak" userId="20166025-7f22-4346-9b98-ec55ab787a06" providerId="ADAL" clId="{80E0E721-19AE-46BB-B38B-5DE6E6D52B1B}" dt="2023-08-24T01:28:41.686" v="12196"/>
          <ac:spMkLst>
            <pc:docMk/>
            <pc:sldMk cId="1117292551" sldId="289"/>
            <ac:spMk id="52" creationId="{5C86C835-0879-2A6C-F2B8-D552CA3218E0}"/>
          </ac:spMkLst>
        </pc:spChg>
        <pc:spChg chg="mod">
          <ac:chgData name="Tanmay Samak" userId="20166025-7f22-4346-9b98-ec55ab787a06" providerId="ADAL" clId="{80E0E721-19AE-46BB-B38B-5DE6E6D52B1B}" dt="2023-08-24T01:28:41.686" v="12196"/>
          <ac:spMkLst>
            <pc:docMk/>
            <pc:sldMk cId="1117292551" sldId="289"/>
            <ac:spMk id="55" creationId="{1DC2E1BE-27FA-CAF7-0D48-4D366F3A9FEA}"/>
          </ac:spMkLst>
        </pc:spChg>
        <pc:spChg chg="mod">
          <ac:chgData name="Tanmay Samak" userId="20166025-7f22-4346-9b98-ec55ab787a06" providerId="ADAL" clId="{80E0E721-19AE-46BB-B38B-5DE6E6D52B1B}" dt="2023-08-24T01:28:41.686" v="12196"/>
          <ac:spMkLst>
            <pc:docMk/>
            <pc:sldMk cId="1117292551" sldId="289"/>
            <ac:spMk id="56" creationId="{0E78C517-1C20-E6E8-5065-1D99D8C115CF}"/>
          </ac:spMkLst>
        </pc:spChg>
        <pc:spChg chg="add mod">
          <ac:chgData name="Tanmay Samak" userId="20166025-7f22-4346-9b98-ec55ab787a06" providerId="ADAL" clId="{80E0E721-19AE-46BB-B38B-5DE6E6D52B1B}" dt="2023-08-24T01:28:41.686" v="12196"/>
          <ac:spMkLst>
            <pc:docMk/>
            <pc:sldMk cId="1117292551" sldId="289"/>
            <ac:spMk id="58" creationId="{D4D57CAE-957A-E628-4FE7-E07DEF639562}"/>
          </ac:spMkLst>
        </pc:spChg>
        <pc:spChg chg="add mod">
          <ac:chgData name="Tanmay Samak" userId="20166025-7f22-4346-9b98-ec55ab787a06" providerId="ADAL" clId="{80E0E721-19AE-46BB-B38B-5DE6E6D52B1B}" dt="2023-08-24T01:28:41.686" v="12196"/>
          <ac:spMkLst>
            <pc:docMk/>
            <pc:sldMk cId="1117292551" sldId="289"/>
            <ac:spMk id="60" creationId="{C345EE1D-ECF7-B792-85B2-D928C15623A1}"/>
          </ac:spMkLst>
        </pc:spChg>
        <pc:spChg chg="add mod">
          <ac:chgData name="Tanmay Samak" userId="20166025-7f22-4346-9b98-ec55ab787a06" providerId="ADAL" clId="{80E0E721-19AE-46BB-B38B-5DE6E6D52B1B}" dt="2023-08-24T01:28:41.686" v="12196"/>
          <ac:spMkLst>
            <pc:docMk/>
            <pc:sldMk cId="1117292551" sldId="289"/>
            <ac:spMk id="62" creationId="{7D921CED-7EE4-6DCF-5123-50CCC948A0CB}"/>
          </ac:spMkLst>
        </pc:spChg>
        <pc:grpChg chg="del">
          <ac:chgData name="Tanmay Samak" userId="20166025-7f22-4346-9b98-ec55ab787a06" providerId="ADAL" clId="{80E0E721-19AE-46BB-B38B-5DE6E6D52B1B}" dt="2023-08-24T01:28:41.265" v="12195" actId="478"/>
          <ac:grpSpMkLst>
            <pc:docMk/>
            <pc:sldMk cId="1117292551" sldId="289"/>
            <ac:grpSpMk id="7" creationId="{C0CEBACC-24C8-570A-F21A-F14AE54921E5}"/>
          </ac:grpSpMkLst>
        </pc:grpChg>
        <pc:grpChg chg="del">
          <ac:chgData name="Tanmay Samak" userId="20166025-7f22-4346-9b98-ec55ab787a06" providerId="ADAL" clId="{80E0E721-19AE-46BB-B38B-5DE6E6D52B1B}" dt="2023-08-24T01:28:41.265" v="12195" actId="478"/>
          <ac:grpSpMkLst>
            <pc:docMk/>
            <pc:sldMk cId="1117292551" sldId="289"/>
            <ac:grpSpMk id="15" creationId="{1A1ACD8E-2664-3AA5-B608-E13DBB94F4C3}"/>
          </ac:grpSpMkLst>
        </pc:grpChg>
        <pc:grpChg chg="del">
          <ac:chgData name="Tanmay Samak" userId="20166025-7f22-4346-9b98-ec55ab787a06" providerId="ADAL" clId="{80E0E721-19AE-46BB-B38B-5DE6E6D52B1B}" dt="2023-08-24T01:28:41.265" v="12195" actId="478"/>
          <ac:grpSpMkLst>
            <pc:docMk/>
            <pc:sldMk cId="1117292551" sldId="289"/>
            <ac:grpSpMk id="19" creationId="{3F1A9756-0987-2947-1AA4-846D8F8C9D61}"/>
          </ac:grpSpMkLst>
        </pc:grpChg>
        <pc:grpChg chg="del">
          <ac:chgData name="Tanmay Samak" userId="20166025-7f22-4346-9b98-ec55ab787a06" providerId="ADAL" clId="{80E0E721-19AE-46BB-B38B-5DE6E6D52B1B}" dt="2023-08-24T01:28:41.265" v="12195" actId="478"/>
          <ac:grpSpMkLst>
            <pc:docMk/>
            <pc:sldMk cId="1117292551" sldId="289"/>
            <ac:grpSpMk id="33" creationId="{BA6C47ED-1D31-61C3-48B7-D8B7156C187A}"/>
          </ac:grpSpMkLst>
        </pc:grpChg>
        <pc:grpChg chg="add mod">
          <ac:chgData name="Tanmay Samak" userId="20166025-7f22-4346-9b98-ec55ab787a06" providerId="ADAL" clId="{80E0E721-19AE-46BB-B38B-5DE6E6D52B1B}" dt="2023-08-24T01:28:41.686" v="12196"/>
          <ac:grpSpMkLst>
            <pc:docMk/>
            <pc:sldMk cId="1117292551" sldId="289"/>
            <ac:grpSpMk id="42" creationId="{A4C87147-95A1-1BB2-9486-DF2B0C138C17}"/>
          </ac:grpSpMkLst>
        </pc:grpChg>
        <pc:grpChg chg="add mod">
          <ac:chgData name="Tanmay Samak" userId="20166025-7f22-4346-9b98-ec55ab787a06" providerId="ADAL" clId="{80E0E721-19AE-46BB-B38B-5DE6E6D52B1B}" dt="2023-08-24T01:28:41.686" v="12196"/>
          <ac:grpSpMkLst>
            <pc:docMk/>
            <pc:sldMk cId="1117292551" sldId="289"/>
            <ac:grpSpMk id="46" creationId="{0844399E-14EE-AA6C-122A-307DA8623C31}"/>
          </ac:grpSpMkLst>
        </pc:grpChg>
        <pc:grpChg chg="add mod">
          <ac:chgData name="Tanmay Samak" userId="20166025-7f22-4346-9b98-ec55ab787a06" providerId="ADAL" clId="{80E0E721-19AE-46BB-B38B-5DE6E6D52B1B}" dt="2023-08-24T01:28:41.686" v="12196"/>
          <ac:grpSpMkLst>
            <pc:docMk/>
            <pc:sldMk cId="1117292551" sldId="289"/>
            <ac:grpSpMk id="50" creationId="{C24DF192-84EE-8B81-4E1B-505F85DD2DE8}"/>
          </ac:grpSpMkLst>
        </pc:grpChg>
        <pc:grpChg chg="add mod">
          <ac:chgData name="Tanmay Samak" userId="20166025-7f22-4346-9b98-ec55ab787a06" providerId="ADAL" clId="{80E0E721-19AE-46BB-B38B-5DE6E6D52B1B}" dt="2023-08-24T01:28:41.686" v="12196"/>
          <ac:grpSpMkLst>
            <pc:docMk/>
            <pc:sldMk cId="1117292551" sldId="289"/>
            <ac:grpSpMk id="54" creationId="{AFA2BCFA-ED0A-C406-29B3-22259D625B80}"/>
          </ac:grpSpMkLst>
        </pc:grpChg>
        <pc:graphicFrameChg chg="mod">
          <ac:chgData name="Tanmay Samak" userId="20166025-7f22-4346-9b98-ec55ab787a06" providerId="ADAL" clId="{80E0E721-19AE-46BB-B38B-5DE6E6D52B1B}" dt="2023-08-24T01:28:41.686" v="12196"/>
          <ac:graphicFrameMkLst>
            <pc:docMk/>
            <pc:sldMk cId="1117292551" sldId="289"/>
            <ac:graphicFrameMk id="45" creationId="{FFD6C1B0-8609-D3DE-43F6-344950F9A8A8}"/>
          </ac:graphicFrameMkLst>
        </pc:graphicFrameChg>
        <pc:graphicFrameChg chg="mod">
          <ac:chgData name="Tanmay Samak" userId="20166025-7f22-4346-9b98-ec55ab787a06" providerId="ADAL" clId="{80E0E721-19AE-46BB-B38B-5DE6E6D52B1B}" dt="2023-08-24T01:28:41.686" v="12196"/>
          <ac:graphicFrameMkLst>
            <pc:docMk/>
            <pc:sldMk cId="1117292551" sldId="289"/>
            <ac:graphicFrameMk id="49" creationId="{7531679C-5D70-F317-A4C1-0CDED7CA86AA}"/>
          </ac:graphicFrameMkLst>
        </pc:graphicFrameChg>
        <pc:graphicFrameChg chg="mod">
          <ac:chgData name="Tanmay Samak" userId="20166025-7f22-4346-9b98-ec55ab787a06" providerId="ADAL" clId="{80E0E721-19AE-46BB-B38B-5DE6E6D52B1B}" dt="2023-08-24T01:28:41.686" v="12196"/>
          <ac:graphicFrameMkLst>
            <pc:docMk/>
            <pc:sldMk cId="1117292551" sldId="289"/>
            <ac:graphicFrameMk id="53" creationId="{06C03571-7878-5F4B-F59D-8D6E0AF2D3D7}"/>
          </ac:graphicFrameMkLst>
        </pc:graphicFrameChg>
        <pc:graphicFrameChg chg="mod">
          <ac:chgData name="Tanmay Samak" userId="20166025-7f22-4346-9b98-ec55ab787a06" providerId="ADAL" clId="{80E0E721-19AE-46BB-B38B-5DE6E6D52B1B}" dt="2023-08-24T01:28:41.686" v="12196"/>
          <ac:graphicFrameMkLst>
            <pc:docMk/>
            <pc:sldMk cId="1117292551" sldId="289"/>
            <ac:graphicFrameMk id="57" creationId="{B3735FDB-C670-50D4-6D9A-59A0361E17EF}"/>
          </ac:graphicFrameMkLst>
        </pc:graphicFrameChg>
        <pc:picChg chg="del">
          <ac:chgData name="Tanmay Samak" userId="20166025-7f22-4346-9b98-ec55ab787a06" providerId="ADAL" clId="{80E0E721-19AE-46BB-B38B-5DE6E6D52B1B}" dt="2023-08-24T01:28:41.265" v="12195" actId="478"/>
          <ac:picMkLst>
            <pc:docMk/>
            <pc:sldMk cId="1117292551" sldId="289"/>
            <ac:picMk id="24" creationId="{C3829C10-08DD-308A-2537-2381519DE70F}"/>
          </ac:picMkLst>
        </pc:picChg>
        <pc:picChg chg="del">
          <ac:chgData name="Tanmay Samak" userId="20166025-7f22-4346-9b98-ec55ab787a06" providerId="ADAL" clId="{80E0E721-19AE-46BB-B38B-5DE6E6D52B1B}" dt="2023-08-24T01:28:41.265" v="12195" actId="478"/>
          <ac:picMkLst>
            <pc:docMk/>
            <pc:sldMk cId="1117292551" sldId="289"/>
            <ac:picMk id="26" creationId="{C3612A1C-DCF4-196C-FE8C-1670E2A4AD2B}"/>
          </ac:picMkLst>
        </pc:picChg>
        <pc:picChg chg="del">
          <ac:chgData name="Tanmay Samak" userId="20166025-7f22-4346-9b98-ec55ab787a06" providerId="ADAL" clId="{80E0E721-19AE-46BB-B38B-5DE6E6D52B1B}" dt="2023-08-24T01:28:41.265" v="12195" actId="478"/>
          <ac:picMkLst>
            <pc:docMk/>
            <pc:sldMk cId="1117292551" sldId="289"/>
            <ac:picMk id="38" creationId="{B48AC996-E189-360F-BF70-BFA582616F08}"/>
          </ac:picMkLst>
        </pc:picChg>
        <pc:picChg chg="add mod">
          <ac:chgData name="Tanmay Samak" userId="20166025-7f22-4346-9b98-ec55ab787a06" providerId="ADAL" clId="{80E0E721-19AE-46BB-B38B-5DE6E6D52B1B}" dt="2023-08-24T01:28:41.686" v="12196"/>
          <ac:picMkLst>
            <pc:docMk/>
            <pc:sldMk cId="1117292551" sldId="289"/>
            <ac:picMk id="59" creationId="{DCB243C9-06A7-E30A-E839-EB752CA29B32}"/>
          </ac:picMkLst>
        </pc:picChg>
        <pc:picChg chg="add mod">
          <ac:chgData name="Tanmay Samak" userId="20166025-7f22-4346-9b98-ec55ab787a06" providerId="ADAL" clId="{80E0E721-19AE-46BB-B38B-5DE6E6D52B1B}" dt="2023-08-24T01:28:41.686" v="12196"/>
          <ac:picMkLst>
            <pc:docMk/>
            <pc:sldMk cId="1117292551" sldId="289"/>
            <ac:picMk id="61" creationId="{E904FB6C-83AC-4989-3FE2-9444630CAB22}"/>
          </ac:picMkLst>
        </pc:picChg>
        <pc:picChg chg="add mod">
          <ac:chgData name="Tanmay Samak" userId="20166025-7f22-4346-9b98-ec55ab787a06" providerId="ADAL" clId="{80E0E721-19AE-46BB-B38B-5DE6E6D52B1B}" dt="2023-08-24T01:28:41.686" v="12196"/>
          <ac:picMkLst>
            <pc:docMk/>
            <pc:sldMk cId="1117292551" sldId="289"/>
            <ac:picMk id="63" creationId="{80E9EC16-D888-4481-A4A3-402D065653CE}"/>
          </ac:picMkLst>
        </pc:picChg>
        <pc:cxnChg chg="add mod">
          <ac:chgData name="Tanmay Samak" userId="20166025-7f22-4346-9b98-ec55ab787a06" providerId="ADAL" clId="{80E0E721-19AE-46BB-B38B-5DE6E6D52B1B}" dt="2023-08-14T18:13:29.778" v="7989"/>
          <ac:cxnSpMkLst>
            <pc:docMk/>
            <pc:sldMk cId="1117292551" sldId="289"/>
            <ac:cxnSpMk id="11" creationId="{A3B5D036-BB88-BB58-546E-E4B776816C9A}"/>
          </ac:cxnSpMkLst>
        </pc:cxnChg>
        <pc:cxnChg chg="add mod">
          <ac:chgData name="Tanmay Samak" userId="20166025-7f22-4346-9b98-ec55ab787a06" providerId="ADAL" clId="{80E0E721-19AE-46BB-B38B-5DE6E6D52B1B}" dt="2023-08-14T18:13:29.778" v="7989"/>
          <ac:cxnSpMkLst>
            <pc:docMk/>
            <pc:sldMk cId="1117292551" sldId="289"/>
            <ac:cxnSpMk id="12" creationId="{86ED1566-CD3B-5CB8-9923-46F72738ABF7}"/>
          </ac:cxnSpMkLst>
        </pc:cxnChg>
        <pc:cxnChg chg="add mod">
          <ac:chgData name="Tanmay Samak" userId="20166025-7f22-4346-9b98-ec55ab787a06" providerId="ADAL" clId="{80E0E721-19AE-46BB-B38B-5DE6E6D52B1B}" dt="2023-08-14T18:13:29.778" v="7989"/>
          <ac:cxnSpMkLst>
            <pc:docMk/>
            <pc:sldMk cId="1117292551" sldId="289"/>
            <ac:cxnSpMk id="13" creationId="{4446D2C5-1063-6AD6-0A03-982F9B22E356}"/>
          </ac:cxnSpMkLst>
        </pc:cxnChg>
        <pc:cxnChg chg="add mod">
          <ac:chgData name="Tanmay Samak" userId="20166025-7f22-4346-9b98-ec55ab787a06" providerId="ADAL" clId="{80E0E721-19AE-46BB-B38B-5DE6E6D52B1B}" dt="2023-08-14T18:13:29.778" v="7989"/>
          <ac:cxnSpMkLst>
            <pc:docMk/>
            <pc:sldMk cId="1117292551" sldId="289"/>
            <ac:cxnSpMk id="14" creationId="{E56E4407-2D5D-DE31-3EC7-80025A0FE009}"/>
          </ac:cxnSpMkLst>
        </pc:cxnChg>
        <pc:cxnChg chg="add mod">
          <ac:chgData name="Tanmay Samak" userId="20166025-7f22-4346-9b98-ec55ab787a06" providerId="ADAL" clId="{80E0E721-19AE-46BB-B38B-5DE6E6D52B1B}" dt="2023-08-14T18:13:29.778" v="7989"/>
          <ac:cxnSpMkLst>
            <pc:docMk/>
            <pc:sldMk cId="1117292551" sldId="289"/>
            <ac:cxnSpMk id="27" creationId="{BE70EF7A-16D1-4820-DFB0-FA51BFBC0ECA}"/>
          </ac:cxnSpMkLst>
        </pc:cxnChg>
      </pc:sldChg>
      <pc:sldChg chg="addSp modSp mod modNotesTx">
        <pc:chgData name="Tanmay Samak" userId="20166025-7f22-4346-9b98-ec55ab787a06" providerId="ADAL" clId="{80E0E721-19AE-46BB-B38B-5DE6E6D52B1B}" dt="2023-08-25T02:00:27.639" v="15295" actId="20577"/>
        <pc:sldMkLst>
          <pc:docMk/>
          <pc:sldMk cId="3450140000" sldId="290"/>
        </pc:sldMkLst>
        <pc:spChg chg="mod">
          <ac:chgData name="Tanmay Samak" userId="20166025-7f22-4346-9b98-ec55ab787a06" providerId="ADAL" clId="{80E0E721-19AE-46BB-B38B-5DE6E6D52B1B}" dt="2023-08-24T01:32:19.395" v="12331" actId="20577"/>
          <ac:spMkLst>
            <pc:docMk/>
            <pc:sldMk cId="3450140000" sldId="290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5T01:59:35.579" v="15279" actId="20577"/>
          <ac:spMkLst>
            <pc:docMk/>
            <pc:sldMk cId="3450140000" sldId="290"/>
            <ac:spMk id="3" creationId="{20FEE75E-4191-DF81-29B1-94AD70DB3537}"/>
          </ac:spMkLst>
        </pc:spChg>
        <pc:spChg chg="mod">
          <ac:chgData name="Tanmay Samak" userId="20166025-7f22-4346-9b98-ec55ab787a06" providerId="ADAL" clId="{80E0E721-19AE-46BB-B38B-5DE6E6D52B1B}" dt="2023-08-25T01:59:34.081" v="15278" actId="20577"/>
          <ac:spMkLst>
            <pc:docMk/>
            <pc:sldMk cId="3450140000" sldId="290"/>
            <ac:spMk id="6" creationId="{81D0CC6B-CA56-83F3-6257-D943FBE95F15}"/>
          </ac:spMkLst>
        </pc:spChg>
        <pc:spChg chg="add mod">
          <ac:chgData name="Tanmay Samak" userId="20166025-7f22-4346-9b98-ec55ab787a06" providerId="ADAL" clId="{80E0E721-19AE-46BB-B38B-5DE6E6D52B1B}" dt="2023-08-25T02:00:27.639" v="15295" actId="20577"/>
          <ac:spMkLst>
            <pc:docMk/>
            <pc:sldMk cId="3450140000" sldId="290"/>
            <ac:spMk id="20" creationId="{0D874834-3BF7-95A4-E63C-36D123B99FCF}"/>
          </ac:spMkLst>
        </pc:spChg>
        <pc:picChg chg="mod">
          <ac:chgData name="Tanmay Samak" userId="20166025-7f22-4346-9b98-ec55ab787a06" providerId="ADAL" clId="{80E0E721-19AE-46BB-B38B-5DE6E6D52B1B}" dt="2023-08-24T12:39:15.527" v="12658" actId="732"/>
          <ac:picMkLst>
            <pc:docMk/>
            <pc:sldMk cId="3450140000" sldId="290"/>
            <ac:picMk id="1026" creationId="{12322487-B230-0B35-E6F0-F57175D5FE07}"/>
          </ac:picMkLst>
        </pc:picChg>
      </pc:sldChg>
      <pc:sldChg chg="addSp delSp modSp mod modNotesTx">
        <pc:chgData name="Tanmay Samak" userId="20166025-7f22-4346-9b98-ec55ab787a06" providerId="ADAL" clId="{80E0E721-19AE-46BB-B38B-5DE6E6D52B1B}" dt="2023-08-25T02:03:34.635" v="15334" actId="6549"/>
        <pc:sldMkLst>
          <pc:docMk/>
          <pc:sldMk cId="3243263071" sldId="291"/>
        </pc:sldMkLst>
        <pc:spChg chg="mod">
          <ac:chgData name="Tanmay Samak" userId="20166025-7f22-4346-9b98-ec55ab787a06" providerId="ADAL" clId="{80E0E721-19AE-46BB-B38B-5DE6E6D52B1B}" dt="2023-08-24T01:32:31.981" v="12344" actId="20577"/>
          <ac:spMkLst>
            <pc:docMk/>
            <pc:sldMk cId="3243263071" sldId="291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5T02:02:08.500" v="15312" actId="20577"/>
          <ac:spMkLst>
            <pc:docMk/>
            <pc:sldMk cId="3243263071" sldId="291"/>
            <ac:spMk id="3" creationId="{20FEE75E-4191-DF81-29B1-94AD70DB3537}"/>
          </ac:spMkLst>
        </pc:spChg>
        <pc:spChg chg="mod">
          <ac:chgData name="Tanmay Samak" userId="20166025-7f22-4346-9b98-ec55ab787a06" providerId="ADAL" clId="{80E0E721-19AE-46BB-B38B-5DE6E6D52B1B}" dt="2023-08-25T00:01:18.544" v="13258" actId="1035"/>
          <ac:spMkLst>
            <pc:docMk/>
            <pc:sldMk cId="3243263071" sldId="291"/>
            <ac:spMk id="6" creationId="{44618214-D494-D82E-A6F2-B203076950DD}"/>
          </ac:spMkLst>
        </pc:spChg>
        <pc:spChg chg="add mod">
          <ac:chgData name="Tanmay Samak" userId="20166025-7f22-4346-9b98-ec55ab787a06" providerId="ADAL" clId="{80E0E721-19AE-46BB-B38B-5DE6E6D52B1B}" dt="2023-08-25T02:03:34.635" v="15334" actId="6549"/>
          <ac:spMkLst>
            <pc:docMk/>
            <pc:sldMk cId="3243263071" sldId="291"/>
            <ac:spMk id="21" creationId="{7671FE29-7D99-79C8-4E9C-46FEC0B03BC9}"/>
          </ac:spMkLst>
        </pc:spChg>
        <pc:spChg chg="add del">
          <ac:chgData name="Tanmay Samak" userId="20166025-7f22-4346-9b98-ec55ab787a06" providerId="ADAL" clId="{80E0E721-19AE-46BB-B38B-5DE6E6D52B1B}" dt="2023-08-14T19:10:49.417" v="8119" actId="478"/>
          <ac:spMkLst>
            <pc:docMk/>
            <pc:sldMk cId="3243263071" sldId="291"/>
            <ac:spMk id="24" creationId="{2F8388A7-2C15-A0EB-8A2F-4C120B03EF60}"/>
          </ac:spMkLst>
        </pc:spChg>
        <pc:picChg chg="add mod">
          <ac:chgData name="Tanmay Samak" userId="20166025-7f22-4346-9b98-ec55ab787a06" providerId="ADAL" clId="{80E0E721-19AE-46BB-B38B-5DE6E6D52B1B}" dt="2023-08-25T00:01:18.544" v="13258" actId="1035"/>
          <ac:picMkLst>
            <pc:docMk/>
            <pc:sldMk cId="3243263071" sldId="291"/>
            <ac:picMk id="20" creationId="{5D82378C-5E20-4B76-56DC-429F06BD9553}"/>
          </ac:picMkLst>
        </pc:picChg>
        <pc:picChg chg="add mod">
          <ac:chgData name="Tanmay Samak" userId="20166025-7f22-4346-9b98-ec55ab787a06" providerId="ADAL" clId="{80E0E721-19AE-46BB-B38B-5DE6E6D52B1B}" dt="2023-08-25T00:01:18.544" v="13258" actId="1035"/>
          <ac:picMkLst>
            <pc:docMk/>
            <pc:sldMk cId="3243263071" sldId="291"/>
            <ac:picMk id="22" creationId="{AC35BBC1-3F52-E7DE-4438-9F4EF26DDDF8}"/>
          </ac:picMkLst>
        </pc:picChg>
        <pc:picChg chg="add mod">
          <ac:chgData name="Tanmay Samak" userId="20166025-7f22-4346-9b98-ec55ab787a06" providerId="ADAL" clId="{80E0E721-19AE-46BB-B38B-5DE6E6D52B1B}" dt="2023-08-25T00:01:18.544" v="13258" actId="1035"/>
          <ac:picMkLst>
            <pc:docMk/>
            <pc:sldMk cId="3243263071" sldId="291"/>
            <ac:picMk id="23" creationId="{AB94E4AC-B9D6-EEEB-1F95-EF07BD35BB2C}"/>
          </ac:picMkLst>
        </pc:picChg>
        <pc:picChg chg="mod">
          <ac:chgData name="Tanmay Samak" userId="20166025-7f22-4346-9b98-ec55ab787a06" providerId="ADAL" clId="{80E0E721-19AE-46BB-B38B-5DE6E6D52B1B}" dt="2023-08-25T00:01:18.544" v="13258" actId="1035"/>
          <ac:picMkLst>
            <pc:docMk/>
            <pc:sldMk cId="3243263071" sldId="291"/>
            <ac:picMk id="10242" creationId="{ADE80EB0-319F-AB56-F787-A59DE35C7D9C}"/>
          </ac:picMkLst>
        </pc:picChg>
        <pc:picChg chg="add mod">
          <ac:chgData name="Tanmay Samak" userId="20166025-7f22-4346-9b98-ec55ab787a06" providerId="ADAL" clId="{80E0E721-19AE-46BB-B38B-5DE6E6D52B1B}" dt="2023-08-25T00:01:18.544" v="13258" actId="1035"/>
          <ac:picMkLst>
            <pc:docMk/>
            <pc:sldMk cId="3243263071" sldId="291"/>
            <ac:picMk id="10244" creationId="{590636CE-A3D7-CE0B-BEBD-66CC660151C7}"/>
          </ac:picMkLst>
        </pc:picChg>
      </pc:sldChg>
      <pc:sldChg chg="addSp delSp modSp add del mod">
        <pc:chgData name="Tanmay Samak" userId="20166025-7f22-4346-9b98-ec55ab787a06" providerId="ADAL" clId="{80E0E721-19AE-46BB-B38B-5DE6E6D52B1B}" dt="2023-08-24T12:51:19.737" v="12761" actId="47"/>
        <pc:sldMkLst>
          <pc:docMk/>
          <pc:sldMk cId="1298791134" sldId="292"/>
        </pc:sldMkLst>
        <pc:spChg chg="mod">
          <ac:chgData name="Tanmay Samak" userId="20166025-7f22-4346-9b98-ec55ab787a06" providerId="ADAL" clId="{80E0E721-19AE-46BB-B38B-5DE6E6D52B1B}" dt="2023-08-24T01:32:46.637" v="12349" actId="20577"/>
          <ac:spMkLst>
            <pc:docMk/>
            <pc:sldMk cId="1298791134" sldId="292"/>
            <ac:spMk id="2" creationId="{87658E01-20F8-C471-DF10-B1DE14EEE1D4}"/>
          </ac:spMkLst>
        </pc:spChg>
        <pc:spChg chg="mod">
          <ac:chgData name="Tanmay Samak" userId="20166025-7f22-4346-9b98-ec55ab787a06" providerId="ADAL" clId="{80E0E721-19AE-46BB-B38B-5DE6E6D52B1B}" dt="2023-08-24T12:30:52.794" v="12616"/>
          <ac:spMkLst>
            <pc:docMk/>
            <pc:sldMk cId="1298791134" sldId="292"/>
            <ac:spMk id="3" creationId="{19F2D61E-BBDD-019A-A6F5-CF5FB6BE754B}"/>
          </ac:spMkLst>
        </pc:spChg>
        <pc:spChg chg="mod">
          <ac:chgData name="Tanmay Samak" userId="20166025-7f22-4346-9b98-ec55ab787a06" providerId="ADAL" clId="{80E0E721-19AE-46BB-B38B-5DE6E6D52B1B}" dt="2023-08-14T19:24:23.754" v="8228" actId="20577"/>
          <ac:spMkLst>
            <pc:docMk/>
            <pc:sldMk cId="1298791134" sldId="292"/>
            <ac:spMk id="6" creationId="{0D48C224-77D4-919C-3E32-32B9C0D879BB}"/>
          </ac:spMkLst>
        </pc:spChg>
        <pc:spChg chg="add mod">
          <ac:chgData name="Tanmay Samak" userId="20166025-7f22-4346-9b98-ec55ab787a06" providerId="ADAL" clId="{80E0E721-19AE-46BB-B38B-5DE6E6D52B1B}" dt="2023-08-14T19:25:14.148" v="8234" actId="948"/>
          <ac:spMkLst>
            <pc:docMk/>
            <pc:sldMk cId="1298791134" sldId="292"/>
            <ac:spMk id="20" creationId="{96399741-F9CA-35CC-FE08-99EA2CAA7B41}"/>
          </ac:spMkLst>
        </pc:spChg>
        <pc:picChg chg="add del mod">
          <ac:chgData name="Tanmay Samak" userId="20166025-7f22-4346-9b98-ec55ab787a06" providerId="ADAL" clId="{80E0E721-19AE-46BB-B38B-5DE6E6D52B1B}" dt="2023-08-24T11:12:00.515" v="12464" actId="478"/>
          <ac:picMkLst>
            <pc:docMk/>
            <pc:sldMk cId="1298791134" sldId="292"/>
            <ac:picMk id="1026" creationId="{F2B76864-981C-51E1-3987-DA62ABAC1E50}"/>
          </ac:picMkLst>
        </pc:picChg>
      </pc:sldChg>
      <pc:sldChg chg="add del mod modShow">
        <pc:chgData name="Tanmay Samak" userId="20166025-7f22-4346-9b98-ec55ab787a06" providerId="ADAL" clId="{80E0E721-19AE-46BB-B38B-5DE6E6D52B1B}" dt="2023-08-08T19:18:24.398" v="2038" actId="47"/>
        <pc:sldMkLst>
          <pc:docMk/>
          <pc:sldMk cId="3024327809" sldId="293"/>
        </pc:sldMkLst>
      </pc:sldChg>
      <pc:sldChg chg="add del mod modShow">
        <pc:chgData name="Tanmay Samak" userId="20166025-7f22-4346-9b98-ec55ab787a06" providerId="ADAL" clId="{80E0E721-19AE-46BB-B38B-5DE6E6D52B1B}" dt="2023-08-08T19:18:24.398" v="2038" actId="47"/>
        <pc:sldMkLst>
          <pc:docMk/>
          <pc:sldMk cId="3337776574" sldId="294"/>
        </pc:sldMkLst>
      </pc:sldChg>
      <pc:sldChg chg="addSp delSp modSp mod delCm">
        <pc:chgData name="Tanmay Samak" userId="20166025-7f22-4346-9b98-ec55ab787a06" providerId="ADAL" clId="{80E0E721-19AE-46BB-B38B-5DE6E6D52B1B}" dt="2023-08-24T01:29:16.310" v="12200"/>
        <pc:sldMkLst>
          <pc:docMk/>
          <pc:sldMk cId="4116831080" sldId="295"/>
        </pc:sldMkLst>
        <pc:spChg chg="mod">
          <ac:chgData name="Tanmay Samak" userId="20166025-7f22-4346-9b98-ec55ab787a06" providerId="ADAL" clId="{80E0E721-19AE-46BB-B38B-5DE6E6D52B1B}" dt="2023-08-18T00:49:24.619" v="8476" actId="20577"/>
          <ac:spMkLst>
            <pc:docMk/>
            <pc:sldMk cId="4116831080" sldId="295"/>
            <ac:spMk id="2" creationId="{87658E01-20F8-C471-DF10-B1DE14EEE1D4}"/>
          </ac:spMkLst>
        </pc:spChg>
        <pc:spChg chg="del">
          <ac:chgData name="Tanmay Samak" userId="20166025-7f22-4346-9b98-ec55ab787a06" providerId="ADAL" clId="{80E0E721-19AE-46BB-B38B-5DE6E6D52B1B}" dt="2023-08-24T01:29:15.694" v="12199" actId="478"/>
          <ac:spMkLst>
            <pc:docMk/>
            <pc:sldMk cId="4116831080" sldId="295"/>
            <ac:spMk id="3" creationId="{A40FC9DD-809F-A8C7-4A5B-42CB8FC45C0F}"/>
          </ac:spMkLst>
        </pc:spChg>
        <pc:spChg chg="del">
          <ac:chgData name="Tanmay Samak" userId="20166025-7f22-4346-9b98-ec55ab787a06" providerId="ADAL" clId="{80E0E721-19AE-46BB-B38B-5DE6E6D52B1B}" dt="2023-08-24T01:29:15.694" v="12199" actId="478"/>
          <ac:spMkLst>
            <pc:docMk/>
            <pc:sldMk cId="4116831080" sldId="295"/>
            <ac:spMk id="25" creationId="{9DDF8F48-E707-2D75-2C71-EC755FC785E4}"/>
          </ac:spMkLst>
        </pc:spChg>
        <pc:spChg chg="add mod">
          <ac:chgData name="Tanmay Samak" userId="20166025-7f22-4346-9b98-ec55ab787a06" providerId="ADAL" clId="{80E0E721-19AE-46BB-B38B-5DE6E6D52B1B}" dt="2023-08-14T18:13:36.278" v="7990"/>
          <ac:spMkLst>
            <pc:docMk/>
            <pc:sldMk cId="4116831080" sldId="295"/>
            <ac:spMk id="28" creationId="{C7BE1C7A-F570-D0A5-7138-4599770D9028}"/>
          </ac:spMkLst>
        </pc:spChg>
        <pc:spChg chg="del">
          <ac:chgData name="Tanmay Samak" userId="20166025-7f22-4346-9b98-ec55ab787a06" providerId="ADAL" clId="{80E0E721-19AE-46BB-B38B-5DE6E6D52B1B}" dt="2023-08-24T01:29:15.694" v="12199" actId="478"/>
          <ac:spMkLst>
            <pc:docMk/>
            <pc:sldMk cId="4116831080" sldId="295"/>
            <ac:spMk id="29" creationId="{BDE6062F-803E-1919-5FE1-26642D00925F}"/>
          </ac:spMkLst>
        </pc:spChg>
        <pc:spChg chg="add mod">
          <ac:chgData name="Tanmay Samak" userId="20166025-7f22-4346-9b98-ec55ab787a06" providerId="ADAL" clId="{80E0E721-19AE-46BB-B38B-5DE6E6D52B1B}" dt="2023-08-14T18:13:36.278" v="7990"/>
          <ac:spMkLst>
            <pc:docMk/>
            <pc:sldMk cId="4116831080" sldId="295"/>
            <ac:spMk id="31" creationId="{A9C2F5D3-D302-9A31-5806-C0872AB25CD1}"/>
          </ac:spMkLst>
        </pc:spChg>
        <pc:spChg chg="add mod">
          <ac:chgData name="Tanmay Samak" userId="20166025-7f22-4346-9b98-ec55ab787a06" providerId="ADAL" clId="{80E0E721-19AE-46BB-B38B-5DE6E6D52B1B}" dt="2023-08-14T18:13:36.278" v="7990"/>
          <ac:spMkLst>
            <pc:docMk/>
            <pc:sldMk cId="4116831080" sldId="295"/>
            <ac:spMk id="32" creationId="{9E682080-4D09-B0FB-6FB9-1164C3F9F7B5}"/>
          </ac:spMkLst>
        </pc:spChg>
        <pc:spChg chg="del">
          <ac:chgData name="Tanmay Samak" userId="20166025-7f22-4346-9b98-ec55ab787a06" providerId="ADAL" clId="{80E0E721-19AE-46BB-B38B-5DE6E6D52B1B}" dt="2023-08-24T01:29:15.694" v="12199" actId="478"/>
          <ac:spMkLst>
            <pc:docMk/>
            <pc:sldMk cId="4116831080" sldId="295"/>
            <ac:spMk id="37" creationId="{53E4B8FC-0D39-CB62-E208-9172E6DB0AB9}"/>
          </ac:spMkLst>
        </pc:spChg>
        <pc:spChg chg="add mod">
          <ac:chgData name="Tanmay Samak" userId="20166025-7f22-4346-9b98-ec55ab787a06" providerId="ADAL" clId="{80E0E721-19AE-46BB-B38B-5DE6E6D52B1B}" dt="2023-08-14T18:13:36.278" v="7990"/>
          <ac:spMkLst>
            <pc:docMk/>
            <pc:sldMk cId="4116831080" sldId="295"/>
            <ac:spMk id="39" creationId="{F034F29B-584B-2EE8-0C9E-7E280CC28E8E}"/>
          </ac:spMkLst>
        </pc:spChg>
        <pc:spChg chg="add mod">
          <ac:chgData name="Tanmay Samak" userId="20166025-7f22-4346-9b98-ec55ab787a06" providerId="ADAL" clId="{80E0E721-19AE-46BB-B38B-5DE6E6D52B1B}" dt="2023-08-14T18:13:36.278" v="7990"/>
          <ac:spMkLst>
            <pc:docMk/>
            <pc:sldMk cId="4116831080" sldId="295"/>
            <ac:spMk id="40" creationId="{838A5244-871E-373E-A00E-EDB1BF281E09}"/>
          </ac:spMkLst>
        </pc:spChg>
        <pc:spChg chg="add mod">
          <ac:chgData name="Tanmay Samak" userId="20166025-7f22-4346-9b98-ec55ab787a06" providerId="ADAL" clId="{80E0E721-19AE-46BB-B38B-5DE6E6D52B1B}" dt="2023-08-14T18:13:36.278" v="7990"/>
          <ac:spMkLst>
            <pc:docMk/>
            <pc:sldMk cId="4116831080" sldId="295"/>
            <ac:spMk id="41" creationId="{CD082AD4-84B0-C4EB-0CAA-47499601D7DC}"/>
          </ac:spMkLst>
        </pc:spChg>
        <pc:spChg chg="add mod">
          <ac:chgData name="Tanmay Samak" userId="20166025-7f22-4346-9b98-ec55ab787a06" providerId="ADAL" clId="{80E0E721-19AE-46BB-B38B-5DE6E6D52B1B}" dt="2023-08-14T18:13:36.278" v="7990"/>
          <ac:spMkLst>
            <pc:docMk/>
            <pc:sldMk cId="4116831080" sldId="295"/>
            <ac:spMk id="42" creationId="{1519B783-320C-5114-6223-E7DF9D1EC767}"/>
          </ac:spMkLst>
        </pc:spChg>
        <pc:spChg chg="add mod">
          <ac:chgData name="Tanmay Samak" userId="20166025-7f22-4346-9b98-ec55ab787a06" providerId="ADAL" clId="{80E0E721-19AE-46BB-B38B-5DE6E6D52B1B}" dt="2023-08-14T18:13:36.278" v="7990"/>
          <ac:spMkLst>
            <pc:docMk/>
            <pc:sldMk cId="4116831080" sldId="295"/>
            <ac:spMk id="43" creationId="{40DF1B7D-18AB-353E-B2E9-55DD3394F9BE}"/>
          </ac:spMkLst>
        </pc:spChg>
        <pc:spChg chg="mod">
          <ac:chgData name="Tanmay Samak" userId="20166025-7f22-4346-9b98-ec55ab787a06" providerId="ADAL" clId="{80E0E721-19AE-46BB-B38B-5DE6E6D52B1B}" dt="2023-08-24T01:29:16.310" v="12200"/>
          <ac:spMkLst>
            <pc:docMk/>
            <pc:sldMk cId="4116831080" sldId="295"/>
            <ac:spMk id="45" creationId="{180B9BDF-E43B-2CF0-D9ED-38295B630AEE}"/>
          </ac:spMkLst>
        </pc:spChg>
        <pc:spChg chg="mod">
          <ac:chgData name="Tanmay Samak" userId="20166025-7f22-4346-9b98-ec55ab787a06" providerId="ADAL" clId="{80E0E721-19AE-46BB-B38B-5DE6E6D52B1B}" dt="2023-08-24T01:29:16.310" v="12200"/>
          <ac:spMkLst>
            <pc:docMk/>
            <pc:sldMk cId="4116831080" sldId="295"/>
            <ac:spMk id="46" creationId="{6E3FAFE8-6FFA-9D56-AC54-5247BE13E8EE}"/>
          </ac:spMkLst>
        </pc:spChg>
        <pc:spChg chg="mod">
          <ac:chgData name="Tanmay Samak" userId="20166025-7f22-4346-9b98-ec55ab787a06" providerId="ADAL" clId="{80E0E721-19AE-46BB-B38B-5DE6E6D52B1B}" dt="2023-08-24T01:29:16.310" v="12200"/>
          <ac:spMkLst>
            <pc:docMk/>
            <pc:sldMk cId="4116831080" sldId="295"/>
            <ac:spMk id="49" creationId="{A85850CE-675E-8CD0-DD49-12E2527BA902}"/>
          </ac:spMkLst>
        </pc:spChg>
        <pc:spChg chg="mod">
          <ac:chgData name="Tanmay Samak" userId="20166025-7f22-4346-9b98-ec55ab787a06" providerId="ADAL" clId="{80E0E721-19AE-46BB-B38B-5DE6E6D52B1B}" dt="2023-08-24T01:29:16.310" v="12200"/>
          <ac:spMkLst>
            <pc:docMk/>
            <pc:sldMk cId="4116831080" sldId="295"/>
            <ac:spMk id="50" creationId="{BF7D9768-C29F-D844-2E6C-AFDFA2C03969}"/>
          </ac:spMkLst>
        </pc:spChg>
        <pc:spChg chg="mod">
          <ac:chgData name="Tanmay Samak" userId="20166025-7f22-4346-9b98-ec55ab787a06" providerId="ADAL" clId="{80E0E721-19AE-46BB-B38B-5DE6E6D52B1B}" dt="2023-08-24T01:29:16.310" v="12200"/>
          <ac:spMkLst>
            <pc:docMk/>
            <pc:sldMk cId="4116831080" sldId="295"/>
            <ac:spMk id="53" creationId="{1A237291-548E-D077-B3E7-6122C3FA2398}"/>
          </ac:spMkLst>
        </pc:spChg>
        <pc:spChg chg="mod">
          <ac:chgData name="Tanmay Samak" userId="20166025-7f22-4346-9b98-ec55ab787a06" providerId="ADAL" clId="{80E0E721-19AE-46BB-B38B-5DE6E6D52B1B}" dt="2023-08-24T01:29:16.310" v="12200"/>
          <ac:spMkLst>
            <pc:docMk/>
            <pc:sldMk cId="4116831080" sldId="295"/>
            <ac:spMk id="54" creationId="{5CFB41EC-7289-00CC-CC29-FF313DB82765}"/>
          </ac:spMkLst>
        </pc:spChg>
        <pc:spChg chg="mod">
          <ac:chgData name="Tanmay Samak" userId="20166025-7f22-4346-9b98-ec55ab787a06" providerId="ADAL" clId="{80E0E721-19AE-46BB-B38B-5DE6E6D52B1B}" dt="2023-08-24T01:29:16.310" v="12200"/>
          <ac:spMkLst>
            <pc:docMk/>
            <pc:sldMk cId="4116831080" sldId="295"/>
            <ac:spMk id="57" creationId="{D11A2853-3830-F64D-E540-C5010336BCBF}"/>
          </ac:spMkLst>
        </pc:spChg>
        <pc:spChg chg="mod">
          <ac:chgData name="Tanmay Samak" userId="20166025-7f22-4346-9b98-ec55ab787a06" providerId="ADAL" clId="{80E0E721-19AE-46BB-B38B-5DE6E6D52B1B}" dt="2023-08-24T01:29:16.310" v="12200"/>
          <ac:spMkLst>
            <pc:docMk/>
            <pc:sldMk cId="4116831080" sldId="295"/>
            <ac:spMk id="58" creationId="{9CDF1D90-594E-8CCB-24F6-D81BE022AEF4}"/>
          </ac:spMkLst>
        </pc:spChg>
        <pc:spChg chg="add mod">
          <ac:chgData name="Tanmay Samak" userId="20166025-7f22-4346-9b98-ec55ab787a06" providerId="ADAL" clId="{80E0E721-19AE-46BB-B38B-5DE6E6D52B1B}" dt="2023-08-24T01:29:16.310" v="12200"/>
          <ac:spMkLst>
            <pc:docMk/>
            <pc:sldMk cId="4116831080" sldId="295"/>
            <ac:spMk id="60" creationId="{FABB88B3-E1D1-1CE2-F35E-A8E32114FF62}"/>
          </ac:spMkLst>
        </pc:spChg>
        <pc:spChg chg="add mod">
          <ac:chgData name="Tanmay Samak" userId="20166025-7f22-4346-9b98-ec55ab787a06" providerId="ADAL" clId="{80E0E721-19AE-46BB-B38B-5DE6E6D52B1B}" dt="2023-08-24T01:29:16.310" v="12200"/>
          <ac:spMkLst>
            <pc:docMk/>
            <pc:sldMk cId="4116831080" sldId="295"/>
            <ac:spMk id="62" creationId="{B1B47A3E-ED3B-7AA5-59BE-203335ACCDD1}"/>
          </ac:spMkLst>
        </pc:spChg>
        <pc:spChg chg="add mod">
          <ac:chgData name="Tanmay Samak" userId="20166025-7f22-4346-9b98-ec55ab787a06" providerId="ADAL" clId="{80E0E721-19AE-46BB-B38B-5DE6E6D52B1B}" dt="2023-08-24T01:29:16.310" v="12200"/>
          <ac:spMkLst>
            <pc:docMk/>
            <pc:sldMk cId="4116831080" sldId="295"/>
            <ac:spMk id="64" creationId="{4379A46A-F6E5-D31F-244C-9A7C6C9A636D}"/>
          </ac:spMkLst>
        </pc:spChg>
        <pc:spChg chg="add mod">
          <ac:chgData name="Tanmay Samak" userId="20166025-7f22-4346-9b98-ec55ab787a06" providerId="ADAL" clId="{80E0E721-19AE-46BB-B38B-5DE6E6D52B1B}" dt="2023-08-24T01:29:16.310" v="12200"/>
          <ac:spMkLst>
            <pc:docMk/>
            <pc:sldMk cId="4116831080" sldId="295"/>
            <ac:spMk id="66" creationId="{A97F2190-0CB0-AAA1-EC16-D72A275638AA}"/>
          </ac:spMkLst>
        </pc:spChg>
        <pc:grpChg chg="del">
          <ac:chgData name="Tanmay Samak" userId="20166025-7f22-4346-9b98-ec55ab787a06" providerId="ADAL" clId="{80E0E721-19AE-46BB-B38B-5DE6E6D52B1B}" dt="2023-08-24T01:29:15.694" v="12199" actId="478"/>
          <ac:grpSpMkLst>
            <pc:docMk/>
            <pc:sldMk cId="4116831080" sldId="295"/>
            <ac:grpSpMk id="7" creationId="{C0CEBACC-24C8-570A-F21A-F14AE54921E5}"/>
          </ac:grpSpMkLst>
        </pc:grpChg>
        <pc:grpChg chg="del">
          <ac:chgData name="Tanmay Samak" userId="20166025-7f22-4346-9b98-ec55ab787a06" providerId="ADAL" clId="{80E0E721-19AE-46BB-B38B-5DE6E6D52B1B}" dt="2023-08-24T01:29:15.694" v="12199" actId="478"/>
          <ac:grpSpMkLst>
            <pc:docMk/>
            <pc:sldMk cId="4116831080" sldId="295"/>
            <ac:grpSpMk id="15" creationId="{1A1ACD8E-2664-3AA5-B608-E13DBB94F4C3}"/>
          </ac:grpSpMkLst>
        </pc:grpChg>
        <pc:grpChg chg="del">
          <ac:chgData name="Tanmay Samak" userId="20166025-7f22-4346-9b98-ec55ab787a06" providerId="ADAL" clId="{80E0E721-19AE-46BB-B38B-5DE6E6D52B1B}" dt="2023-08-24T01:29:15.694" v="12199" actId="478"/>
          <ac:grpSpMkLst>
            <pc:docMk/>
            <pc:sldMk cId="4116831080" sldId="295"/>
            <ac:grpSpMk id="19" creationId="{3F1A9756-0987-2947-1AA4-846D8F8C9D61}"/>
          </ac:grpSpMkLst>
        </pc:grpChg>
        <pc:grpChg chg="del">
          <ac:chgData name="Tanmay Samak" userId="20166025-7f22-4346-9b98-ec55ab787a06" providerId="ADAL" clId="{80E0E721-19AE-46BB-B38B-5DE6E6D52B1B}" dt="2023-08-24T01:29:15.694" v="12199" actId="478"/>
          <ac:grpSpMkLst>
            <pc:docMk/>
            <pc:sldMk cId="4116831080" sldId="295"/>
            <ac:grpSpMk id="33" creationId="{9B38E919-E21C-4D3B-A9A1-680559F6C6B4}"/>
          </ac:grpSpMkLst>
        </pc:grpChg>
        <pc:grpChg chg="add mod">
          <ac:chgData name="Tanmay Samak" userId="20166025-7f22-4346-9b98-ec55ab787a06" providerId="ADAL" clId="{80E0E721-19AE-46BB-B38B-5DE6E6D52B1B}" dt="2023-08-24T01:29:16.310" v="12200"/>
          <ac:grpSpMkLst>
            <pc:docMk/>
            <pc:sldMk cId="4116831080" sldId="295"/>
            <ac:grpSpMk id="44" creationId="{DA6E2B62-5B21-397D-98F8-AC924355B804}"/>
          </ac:grpSpMkLst>
        </pc:grpChg>
        <pc:grpChg chg="add mod">
          <ac:chgData name="Tanmay Samak" userId="20166025-7f22-4346-9b98-ec55ab787a06" providerId="ADAL" clId="{80E0E721-19AE-46BB-B38B-5DE6E6D52B1B}" dt="2023-08-24T01:29:16.310" v="12200"/>
          <ac:grpSpMkLst>
            <pc:docMk/>
            <pc:sldMk cId="4116831080" sldId="295"/>
            <ac:grpSpMk id="48" creationId="{1C496A44-F215-D4B7-B4BC-EB6A8134A41A}"/>
          </ac:grpSpMkLst>
        </pc:grpChg>
        <pc:grpChg chg="add mod">
          <ac:chgData name="Tanmay Samak" userId="20166025-7f22-4346-9b98-ec55ab787a06" providerId="ADAL" clId="{80E0E721-19AE-46BB-B38B-5DE6E6D52B1B}" dt="2023-08-24T01:29:16.310" v="12200"/>
          <ac:grpSpMkLst>
            <pc:docMk/>
            <pc:sldMk cId="4116831080" sldId="295"/>
            <ac:grpSpMk id="52" creationId="{BB2FCA1B-CEC4-CB10-EBC3-C2DB1BF475AF}"/>
          </ac:grpSpMkLst>
        </pc:grpChg>
        <pc:grpChg chg="add mod">
          <ac:chgData name="Tanmay Samak" userId="20166025-7f22-4346-9b98-ec55ab787a06" providerId="ADAL" clId="{80E0E721-19AE-46BB-B38B-5DE6E6D52B1B}" dt="2023-08-24T01:29:16.310" v="12200"/>
          <ac:grpSpMkLst>
            <pc:docMk/>
            <pc:sldMk cId="4116831080" sldId="295"/>
            <ac:grpSpMk id="56" creationId="{5DF6599B-FCF4-053C-F71B-86EED02E5010}"/>
          </ac:grpSpMkLst>
        </pc:grpChg>
        <pc:graphicFrameChg chg="mod">
          <ac:chgData name="Tanmay Samak" userId="20166025-7f22-4346-9b98-ec55ab787a06" providerId="ADAL" clId="{80E0E721-19AE-46BB-B38B-5DE6E6D52B1B}" dt="2023-08-24T01:29:16.310" v="12200"/>
          <ac:graphicFrameMkLst>
            <pc:docMk/>
            <pc:sldMk cId="4116831080" sldId="295"/>
            <ac:graphicFrameMk id="47" creationId="{FD1EF1E4-3846-CDEF-B1AC-84ACA2211611}"/>
          </ac:graphicFrameMkLst>
        </pc:graphicFrameChg>
        <pc:graphicFrameChg chg="mod">
          <ac:chgData name="Tanmay Samak" userId="20166025-7f22-4346-9b98-ec55ab787a06" providerId="ADAL" clId="{80E0E721-19AE-46BB-B38B-5DE6E6D52B1B}" dt="2023-08-24T01:29:16.310" v="12200"/>
          <ac:graphicFrameMkLst>
            <pc:docMk/>
            <pc:sldMk cId="4116831080" sldId="295"/>
            <ac:graphicFrameMk id="51" creationId="{3BF0CF9D-E4D4-2520-1E15-47D735CFDB0A}"/>
          </ac:graphicFrameMkLst>
        </pc:graphicFrameChg>
        <pc:graphicFrameChg chg="mod">
          <ac:chgData name="Tanmay Samak" userId="20166025-7f22-4346-9b98-ec55ab787a06" providerId="ADAL" clId="{80E0E721-19AE-46BB-B38B-5DE6E6D52B1B}" dt="2023-08-24T01:29:16.310" v="12200"/>
          <ac:graphicFrameMkLst>
            <pc:docMk/>
            <pc:sldMk cId="4116831080" sldId="295"/>
            <ac:graphicFrameMk id="55" creationId="{9ED661DC-7F09-25E6-0A69-B221B697E6FB}"/>
          </ac:graphicFrameMkLst>
        </pc:graphicFrameChg>
        <pc:graphicFrameChg chg="mod">
          <ac:chgData name="Tanmay Samak" userId="20166025-7f22-4346-9b98-ec55ab787a06" providerId="ADAL" clId="{80E0E721-19AE-46BB-B38B-5DE6E6D52B1B}" dt="2023-08-24T01:29:16.310" v="12200"/>
          <ac:graphicFrameMkLst>
            <pc:docMk/>
            <pc:sldMk cId="4116831080" sldId="295"/>
            <ac:graphicFrameMk id="59" creationId="{38B2326F-5898-86CC-8F85-AC8FD67848A8}"/>
          </ac:graphicFrameMkLst>
        </pc:graphicFrameChg>
        <pc:picChg chg="del">
          <ac:chgData name="Tanmay Samak" userId="20166025-7f22-4346-9b98-ec55ab787a06" providerId="ADAL" clId="{80E0E721-19AE-46BB-B38B-5DE6E6D52B1B}" dt="2023-08-24T01:29:15.694" v="12199" actId="478"/>
          <ac:picMkLst>
            <pc:docMk/>
            <pc:sldMk cId="4116831080" sldId="295"/>
            <ac:picMk id="24" creationId="{DF979328-DD09-765B-05B5-6E9663A5CE60}"/>
          </ac:picMkLst>
        </pc:picChg>
        <pc:picChg chg="del">
          <ac:chgData name="Tanmay Samak" userId="20166025-7f22-4346-9b98-ec55ab787a06" providerId="ADAL" clId="{80E0E721-19AE-46BB-B38B-5DE6E6D52B1B}" dt="2023-08-24T01:29:15.694" v="12199" actId="478"/>
          <ac:picMkLst>
            <pc:docMk/>
            <pc:sldMk cId="4116831080" sldId="295"/>
            <ac:picMk id="26" creationId="{4C131C0D-21D6-2A8C-7FC6-5FDC9520523F}"/>
          </ac:picMkLst>
        </pc:picChg>
        <pc:picChg chg="del">
          <ac:chgData name="Tanmay Samak" userId="20166025-7f22-4346-9b98-ec55ab787a06" providerId="ADAL" clId="{80E0E721-19AE-46BB-B38B-5DE6E6D52B1B}" dt="2023-08-24T01:29:15.694" v="12199" actId="478"/>
          <ac:picMkLst>
            <pc:docMk/>
            <pc:sldMk cId="4116831080" sldId="295"/>
            <ac:picMk id="30" creationId="{F4847A65-20B6-F5FE-1CEE-B0B7F3495D36}"/>
          </ac:picMkLst>
        </pc:picChg>
        <pc:picChg chg="del">
          <ac:chgData name="Tanmay Samak" userId="20166025-7f22-4346-9b98-ec55ab787a06" providerId="ADAL" clId="{80E0E721-19AE-46BB-B38B-5DE6E6D52B1B}" dt="2023-08-24T01:29:15.694" v="12199" actId="478"/>
          <ac:picMkLst>
            <pc:docMk/>
            <pc:sldMk cId="4116831080" sldId="295"/>
            <ac:picMk id="38" creationId="{9266D2A3-7151-EE44-A0EE-25AE66252EDC}"/>
          </ac:picMkLst>
        </pc:picChg>
        <pc:picChg chg="add mod">
          <ac:chgData name="Tanmay Samak" userId="20166025-7f22-4346-9b98-ec55ab787a06" providerId="ADAL" clId="{80E0E721-19AE-46BB-B38B-5DE6E6D52B1B}" dt="2023-08-24T01:29:16.310" v="12200"/>
          <ac:picMkLst>
            <pc:docMk/>
            <pc:sldMk cId="4116831080" sldId="295"/>
            <ac:picMk id="61" creationId="{9703C0BE-6E26-B409-5A2B-88F30678861E}"/>
          </ac:picMkLst>
        </pc:picChg>
        <pc:picChg chg="add mod">
          <ac:chgData name="Tanmay Samak" userId="20166025-7f22-4346-9b98-ec55ab787a06" providerId="ADAL" clId="{80E0E721-19AE-46BB-B38B-5DE6E6D52B1B}" dt="2023-08-24T01:29:16.310" v="12200"/>
          <ac:picMkLst>
            <pc:docMk/>
            <pc:sldMk cId="4116831080" sldId="295"/>
            <ac:picMk id="63" creationId="{DF5A5A08-8CEC-8E75-DEB3-0DE0C2463554}"/>
          </ac:picMkLst>
        </pc:picChg>
        <pc:picChg chg="add mod">
          <ac:chgData name="Tanmay Samak" userId="20166025-7f22-4346-9b98-ec55ab787a06" providerId="ADAL" clId="{80E0E721-19AE-46BB-B38B-5DE6E6D52B1B}" dt="2023-08-24T01:29:16.310" v="12200"/>
          <ac:picMkLst>
            <pc:docMk/>
            <pc:sldMk cId="4116831080" sldId="295"/>
            <ac:picMk id="65" creationId="{6EE1E155-DD06-142B-D050-A7D9BFB68A67}"/>
          </ac:picMkLst>
        </pc:picChg>
        <pc:picChg chg="add mod">
          <ac:chgData name="Tanmay Samak" userId="20166025-7f22-4346-9b98-ec55ab787a06" providerId="ADAL" clId="{80E0E721-19AE-46BB-B38B-5DE6E6D52B1B}" dt="2023-08-24T01:29:16.310" v="12200"/>
          <ac:picMkLst>
            <pc:docMk/>
            <pc:sldMk cId="4116831080" sldId="295"/>
            <ac:picMk id="67" creationId="{ED1BDC3E-0CBC-C38A-944A-F7D62749F8F4}"/>
          </ac:picMkLst>
        </pc:picChg>
        <pc:cxnChg chg="add mod">
          <ac:chgData name="Tanmay Samak" userId="20166025-7f22-4346-9b98-ec55ab787a06" providerId="ADAL" clId="{80E0E721-19AE-46BB-B38B-5DE6E6D52B1B}" dt="2023-08-14T18:13:36.278" v="7990"/>
          <ac:cxnSpMkLst>
            <pc:docMk/>
            <pc:sldMk cId="4116831080" sldId="295"/>
            <ac:cxnSpMk id="11" creationId="{64E42932-1F3B-750F-238B-A124FEE1640B}"/>
          </ac:cxnSpMkLst>
        </pc:cxnChg>
        <pc:cxnChg chg="add mod">
          <ac:chgData name="Tanmay Samak" userId="20166025-7f22-4346-9b98-ec55ab787a06" providerId="ADAL" clId="{80E0E721-19AE-46BB-B38B-5DE6E6D52B1B}" dt="2023-08-14T18:13:36.278" v="7990"/>
          <ac:cxnSpMkLst>
            <pc:docMk/>
            <pc:sldMk cId="4116831080" sldId="295"/>
            <ac:cxnSpMk id="12" creationId="{3CFE9A93-B388-9472-52DB-06100392D53B}"/>
          </ac:cxnSpMkLst>
        </pc:cxnChg>
        <pc:cxnChg chg="add mod">
          <ac:chgData name="Tanmay Samak" userId="20166025-7f22-4346-9b98-ec55ab787a06" providerId="ADAL" clId="{80E0E721-19AE-46BB-B38B-5DE6E6D52B1B}" dt="2023-08-14T18:13:36.278" v="7990"/>
          <ac:cxnSpMkLst>
            <pc:docMk/>
            <pc:sldMk cId="4116831080" sldId="295"/>
            <ac:cxnSpMk id="13" creationId="{4231115A-335A-6AAE-7212-0A0E25FC5432}"/>
          </ac:cxnSpMkLst>
        </pc:cxnChg>
        <pc:cxnChg chg="add mod">
          <ac:chgData name="Tanmay Samak" userId="20166025-7f22-4346-9b98-ec55ab787a06" providerId="ADAL" clId="{80E0E721-19AE-46BB-B38B-5DE6E6D52B1B}" dt="2023-08-14T18:13:36.278" v="7990"/>
          <ac:cxnSpMkLst>
            <pc:docMk/>
            <pc:sldMk cId="4116831080" sldId="295"/>
            <ac:cxnSpMk id="14" creationId="{76847025-A5EF-627A-8703-0AEE0F488225}"/>
          </ac:cxnSpMkLst>
        </pc:cxnChg>
        <pc:cxnChg chg="add mod">
          <ac:chgData name="Tanmay Samak" userId="20166025-7f22-4346-9b98-ec55ab787a06" providerId="ADAL" clId="{80E0E721-19AE-46BB-B38B-5DE6E6D52B1B}" dt="2023-08-14T18:13:36.278" v="7990"/>
          <ac:cxnSpMkLst>
            <pc:docMk/>
            <pc:sldMk cId="4116831080" sldId="295"/>
            <ac:cxnSpMk id="27" creationId="{2D9A9FD9-088E-533B-FBD5-03EC559A8503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19:16.369" v="13"/>
              <pc2:cmMkLst xmlns:pc2="http://schemas.microsoft.com/office/powerpoint/2019/9/main/command">
                <pc:docMk/>
                <pc:sldMk cId="4116831080" sldId="295"/>
                <pc2:cmMk id="{02664F06-A3A2-41A2-8793-DEB6315ED716}"/>
              </pc2:cmMkLst>
            </pc226:cmChg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17:44.970" v="12"/>
              <pc2:cmMkLst xmlns:pc2="http://schemas.microsoft.com/office/powerpoint/2019/9/main/command">
                <pc:docMk/>
                <pc:sldMk cId="4116831080" sldId="295"/>
                <pc2:cmMk id="{8F027F85-F270-49A0-A52F-E88BBFADE4BB}"/>
              </pc2:cmMkLst>
            </pc226:cmChg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17:30.162" v="11"/>
              <pc2:cmMkLst xmlns:pc2="http://schemas.microsoft.com/office/powerpoint/2019/9/main/command">
                <pc:docMk/>
                <pc:sldMk cId="4116831080" sldId="295"/>
                <pc2:cmMk id="{9819128B-4200-48B9-9ECC-7F5D63E791E2}"/>
              </pc2:cmMkLst>
            </pc226:cmChg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19:22.732" v="15"/>
              <pc2:cmMkLst xmlns:pc2="http://schemas.microsoft.com/office/powerpoint/2019/9/main/command">
                <pc:docMk/>
                <pc:sldMk cId="4116831080" sldId="295"/>
                <pc2:cmMk id="{80EA80A4-85BD-427B-8905-D384B28B4B48}"/>
              </pc2:cmMkLst>
            </pc226:cmChg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19:17.458" v="14"/>
              <pc2:cmMkLst xmlns:pc2="http://schemas.microsoft.com/office/powerpoint/2019/9/main/command">
                <pc:docMk/>
                <pc:sldMk cId="4116831080" sldId="295"/>
                <pc2:cmMk id="{20E80CCC-5B6F-42CF-8913-4C44F4E2AA89}"/>
              </pc2:cmMkLst>
            </pc226:cmChg>
          </p:ext>
        </pc:extLst>
      </pc:sldChg>
      <pc:sldChg chg="addSp delSp modSp mod">
        <pc:chgData name="Tanmay Samak" userId="20166025-7f22-4346-9b98-ec55ab787a06" providerId="ADAL" clId="{80E0E721-19AE-46BB-B38B-5DE6E6D52B1B}" dt="2023-08-24T14:32:25.495" v="13169" actId="208"/>
        <pc:sldMkLst>
          <pc:docMk/>
          <pc:sldMk cId="4199389688" sldId="296"/>
        </pc:sldMkLst>
        <pc:spChg chg="mod">
          <ac:chgData name="Tanmay Samak" userId="20166025-7f22-4346-9b98-ec55ab787a06" providerId="ADAL" clId="{80E0E721-19AE-46BB-B38B-5DE6E6D52B1B}" dt="2023-08-12T00:21:09.903" v="2340" actId="20577"/>
          <ac:spMkLst>
            <pc:docMk/>
            <pc:sldMk cId="4199389688" sldId="296"/>
            <ac:spMk id="2" creationId="{844D4E26-B530-D556-4747-3FCE832AFF15}"/>
          </ac:spMkLst>
        </pc:spChg>
        <pc:spChg chg="add mod">
          <ac:chgData name="Tanmay Samak" userId="20166025-7f22-4346-9b98-ec55ab787a06" providerId="ADAL" clId="{80E0E721-19AE-46BB-B38B-5DE6E6D52B1B}" dt="2023-08-21T03:00:42.303" v="11291" actId="20577"/>
          <ac:spMkLst>
            <pc:docMk/>
            <pc:sldMk cId="4199389688" sldId="296"/>
            <ac:spMk id="26" creationId="{2E80DB75-C829-7FFC-C6E7-3838A08C5152}"/>
          </ac:spMkLst>
        </pc:spChg>
        <pc:spChg chg="add mod">
          <ac:chgData name="Tanmay Samak" userId="20166025-7f22-4346-9b98-ec55ab787a06" providerId="ADAL" clId="{80E0E721-19AE-46BB-B38B-5DE6E6D52B1B}" dt="2023-08-21T03:00:44.533" v="11293" actId="20577"/>
          <ac:spMkLst>
            <pc:docMk/>
            <pc:sldMk cId="4199389688" sldId="296"/>
            <ac:spMk id="27" creationId="{5AAA4416-5828-AB9C-0EE5-E969E58B0423}"/>
          </ac:spMkLst>
        </pc:spChg>
        <pc:spChg chg="add mod">
          <ac:chgData name="Tanmay Samak" userId="20166025-7f22-4346-9b98-ec55ab787a06" providerId="ADAL" clId="{80E0E721-19AE-46BB-B38B-5DE6E6D52B1B}" dt="2023-08-21T03:00:46.612" v="11295" actId="20577"/>
          <ac:spMkLst>
            <pc:docMk/>
            <pc:sldMk cId="4199389688" sldId="296"/>
            <ac:spMk id="28" creationId="{48B1DE89-5615-E178-1C2A-D330BADC2063}"/>
          </ac:spMkLst>
        </pc:spChg>
        <pc:spChg chg="add del mod">
          <ac:chgData name="Tanmay Samak" userId="20166025-7f22-4346-9b98-ec55ab787a06" providerId="ADAL" clId="{80E0E721-19AE-46BB-B38B-5DE6E6D52B1B}" dt="2023-08-14T09:47:38.611" v="6038"/>
          <ac:spMkLst>
            <pc:docMk/>
            <pc:sldMk cId="4199389688" sldId="296"/>
            <ac:spMk id="29" creationId="{26654703-AC7C-C2D7-59B9-4E07BA828674}"/>
          </ac:spMkLst>
        </pc:spChg>
        <pc:spChg chg="add mod">
          <ac:chgData name="Tanmay Samak" userId="20166025-7f22-4346-9b98-ec55ab787a06" providerId="ADAL" clId="{80E0E721-19AE-46BB-B38B-5DE6E6D52B1B}" dt="2023-08-21T03:00:49.767" v="11297" actId="20577"/>
          <ac:spMkLst>
            <pc:docMk/>
            <pc:sldMk cId="4199389688" sldId="296"/>
            <ac:spMk id="30" creationId="{9A90D1FC-72EF-3991-88A0-BCF747E1B7B0}"/>
          </ac:spMkLst>
        </pc:spChg>
        <pc:graphicFrameChg chg="mod modGraphic">
          <ac:chgData name="Tanmay Samak" userId="20166025-7f22-4346-9b98-ec55ab787a06" providerId="ADAL" clId="{80E0E721-19AE-46BB-B38B-5DE6E6D52B1B}" dt="2023-08-24T00:40:55.829" v="11983" actId="20577"/>
          <ac:graphicFrameMkLst>
            <pc:docMk/>
            <pc:sldMk cId="4199389688" sldId="296"/>
            <ac:graphicFrameMk id="7" creationId="{C66C364F-858E-0CC4-A62A-08AAA5E15164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21T01:53:53.554" v="10431" actId="21"/>
          <ac:graphicFrameMkLst>
            <pc:docMk/>
            <pc:sldMk cId="4199389688" sldId="296"/>
            <ac:graphicFrameMk id="19" creationId="{2B9E2EC1-BBC3-D38F-F3EC-D742049CDB97}"/>
          </ac:graphicFrameMkLst>
        </pc:graphicFrameChg>
        <pc:graphicFrameChg chg="add mod">
          <ac:chgData name="Tanmay Samak" userId="20166025-7f22-4346-9b98-ec55ab787a06" providerId="ADAL" clId="{80E0E721-19AE-46BB-B38B-5DE6E6D52B1B}" dt="2023-08-24T14:32:25.495" v="13169" actId="208"/>
          <ac:graphicFrameMkLst>
            <pc:docMk/>
            <pc:sldMk cId="4199389688" sldId="296"/>
            <ac:graphicFrameMk id="19" creationId="{30C464BB-AB18-D130-6AE9-A77C2CF17D02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14T06:54:31.104" v="5004" actId="21"/>
          <ac:graphicFrameMkLst>
            <pc:docMk/>
            <pc:sldMk cId="4199389688" sldId="296"/>
            <ac:graphicFrameMk id="19" creationId="{986F232D-D617-DA64-F3D8-1F0F69888756}"/>
          </ac:graphicFrameMkLst>
        </pc:graphicFrameChg>
        <pc:graphicFrameChg chg="add del mod ord modGraphic">
          <ac:chgData name="Tanmay Samak" userId="20166025-7f22-4346-9b98-ec55ab787a06" providerId="ADAL" clId="{80E0E721-19AE-46BB-B38B-5DE6E6D52B1B}" dt="2023-08-21T02:39:17.866" v="10941" actId="21"/>
          <ac:graphicFrameMkLst>
            <pc:docMk/>
            <pc:sldMk cId="4199389688" sldId="296"/>
            <ac:graphicFrameMk id="22" creationId="{57AEF0E4-FAA8-AFBB-E222-A3EC8FB9BF14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14T09:44:42.013" v="5995"/>
          <ac:graphicFrameMkLst>
            <pc:docMk/>
            <pc:sldMk cId="4199389688" sldId="296"/>
            <ac:graphicFrameMk id="23" creationId="{A87ED4DB-0631-4E69-D0E0-9CEA0636108F}"/>
          </ac:graphicFrameMkLst>
        </pc:graphicFrameChg>
        <pc:picChg chg="add mod">
          <ac:chgData name="Tanmay Samak" userId="20166025-7f22-4346-9b98-ec55ab787a06" providerId="ADAL" clId="{80E0E721-19AE-46BB-B38B-5DE6E6D52B1B}" dt="2023-08-21T02:55:52.415" v="11215" actId="408"/>
          <ac:picMkLst>
            <pc:docMk/>
            <pc:sldMk cId="4199389688" sldId="296"/>
            <ac:picMk id="20" creationId="{7F946800-E939-8F64-72E8-87CDBAC3CC4B}"/>
          </ac:picMkLst>
        </pc:picChg>
        <pc:picChg chg="add mod">
          <ac:chgData name="Tanmay Samak" userId="20166025-7f22-4346-9b98-ec55ab787a06" providerId="ADAL" clId="{80E0E721-19AE-46BB-B38B-5DE6E6D52B1B}" dt="2023-08-21T02:55:44.460" v="11214" actId="1076"/>
          <ac:picMkLst>
            <pc:docMk/>
            <pc:sldMk cId="4199389688" sldId="296"/>
            <ac:picMk id="21" creationId="{DF1C4D06-72CE-9294-16BB-901EA0193B5E}"/>
          </ac:picMkLst>
        </pc:picChg>
        <pc:picChg chg="add del">
          <ac:chgData name="Tanmay Samak" userId="20166025-7f22-4346-9b98-ec55ab787a06" providerId="ADAL" clId="{80E0E721-19AE-46BB-B38B-5DE6E6D52B1B}" dt="2023-08-14T09:44:27.750" v="5992"/>
          <ac:picMkLst>
            <pc:docMk/>
            <pc:sldMk cId="4199389688" sldId="296"/>
            <ac:picMk id="22" creationId="{C2A537FD-0CD4-9779-CE03-028431B2A381}"/>
          </ac:picMkLst>
        </pc:picChg>
        <pc:picChg chg="add mod">
          <ac:chgData name="Tanmay Samak" userId="20166025-7f22-4346-9b98-ec55ab787a06" providerId="ADAL" clId="{80E0E721-19AE-46BB-B38B-5DE6E6D52B1B}" dt="2023-08-21T02:55:34.367" v="11211" actId="14100"/>
          <ac:picMkLst>
            <pc:docMk/>
            <pc:sldMk cId="4199389688" sldId="296"/>
            <ac:picMk id="25" creationId="{A2B93C32-073D-5B16-BC28-10309B28C13E}"/>
          </ac:picMkLst>
        </pc:picChg>
      </pc:sldChg>
      <pc:sldChg chg="addSp delSp modSp mod">
        <pc:chgData name="Tanmay Samak" userId="20166025-7f22-4346-9b98-ec55ab787a06" providerId="ADAL" clId="{80E0E721-19AE-46BB-B38B-5DE6E6D52B1B}" dt="2023-08-24T14:33:10.786" v="13173" actId="208"/>
        <pc:sldMkLst>
          <pc:docMk/>
          <pc:sldMk cId="2582387226" sldId="297"/>
        </pc:sldMkLst>
        <pc:spChg chg="mod">
          <ac:chgData name="Tanmay Samak" userId="20166025-7f22-4346-9b98-ec55ab787a06" providerId="ADAL" clId="{80E0E721-19AE-46BB-B38B-5DE6E6D52B1B}" dt="2023-08-12T00:21:35.089" v="2375" actId="20577"/>
          <ac:spMkLst>
            <pc:docMk/>
            <pc:sldMk cId="2582387226" sldId="297"/>
            <ac:spMk id="2" creationId="{844D4E26-B530-D556-4747-3FCE832AFF15}"/>
          </ac:spMkLst>
        </pc:spChg>
        <pc:spChg chg="add mod">
          <ac:chgData name="Tanmay Samak" userId="20166025-7f22-4346-9b98-ec55ab787a06" providerId="ADAL" clId="{80E0E721-19AE-46BB-B38B-5DE6E6D52B1B}" dt="2023-08-21T03:20:56.388" v="11620" actId="14100"/>
          <ac:spMkLst>
            <pc:docMk/>
            <pc:sldMk cId="2582387226" sldId="297"/>
            <ac:spMk id="24" creationId="{41765643-D869-4CA8-30CF-6517EF5B8C29}"/>
          </ac:spMkLst>
        </pc:spChg>
        <pc:spChg chg="add mod">
          <ac:chgData name="Tanmay Samak" userId="20166025-7f22-4346-9b98-ec55ab787a06" providerId="ADAL" clId="{80E0E721-19AE-46BB-B38B-5DE6E6D52B1B}" dt="2023-08-21T03:20:59.723" v="11623" actId="20577"/>
          <ac:spMkLst>
            <pc:docMk/>
            <pc:sldMk cId="2582387226" sldId="297"/>
            <ac:spMk id="25" creationId="{7C1632C6-5A94-2986-ECCF-571693476D71}"/>
          </ac:spMkLst>
        </pc:spChg>
        <pc:spChg chg="add mod">
          <ac:chgData name="Tanmay Samak" userId="20166025-7f22-4346-9b98-ec55ab787a06" providerId="ADAL" clId="{80E0E721-19AE-46BB-B38B-5DE6E6D52B1B}" dt="2023-08-21T03:21:02.030" v="11626" actId="20577"/>
          <ac:spMkLst>
            <pc:docMk/>
            <pc:sldMk cId="2582387226" sldId="297"/>
            <ac:spMk id="26" creationId="{B69CDA84-3A7E-261A-74B9-96A673CE5CF2}"/>
          </ac:spMkLst>
        </pc:spChg>
        <pc:spChg chg="add mod">
          <ac:chgData name="Tanmay Samak" userId="20166025-7f22-4346-9b98-ec55ab787a06" providerId="ADAL" clId="{80E0E721-19AE-46BB-B38B-5DE6E6D52B1B}" dt="2023-08-21T03:21:04.217" v="11629" actId="20577"/>
          <ac:spMkLst>
            <pc:docMk/>
            <pc:sldMk cId="2582387226" sldId="297"/>
            <ac:spMk id="27" creationId="{67C57457-73B8-269B-33C3-C885B074851F}"/>
          </ac:spMkLst>
        </pc:spChg>
        <pc:spChg chg="add mod">
          <ac:chgData name="Tanmay Samak" userId="20166025-7f22-4346-9b98-ec55ab787a06" providerId="ADAL" clId="{80E0E721-19AE-46BB-B38B-5DE6E6D52B1B}" dt="2023-08-21T03:21:07.614" v="11632" actId="20577"/>
          <ac:spMkLst>
            <pc:docMk/>
            <pc:sldMk cId="2582387226" sldId="297"/>
            <ac:spMk id="28" creationId="{DF401DC7-A04C-0CE5-EB6C-B1F80EE34B11}"/>
          </ac:spMkLst>
        </pc:spChg>
        <pc:graphicFrameChg chg="mod modGraphic">
          <ac:chgData name="Tanmay Samak" userId="20166025-7f22-4346-9b98-ec55ab787a06" providerId="ADAL" clId="{80E0E721-19AE-46BB-B38B-5DE6E6D52B1B}" dt="2023-08-24T00:41:12.252" v="11987" actId="20577"/>
          <ac:graphicFrameMkLst>
            <pc:docMk/>
            <pc:sldMk cId="2582387226" sldId="297"/>
            <ac:graphicFrameMk id="7" creationId="{C66C364F-858E-0CC4-A62A-08AAA5E15164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21T03:17:35.557" v="11563" actId="21"/>
          <ac:graphicFrameMkLst>
            <pc:docMk/>
            <pc:sldMk cId="2582387226" sldId="297"/>
            <ac:graphicFrameMk id="19" creationId="{55333CD6-E70D-FCE9-91F1-7573FAC487C3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14T06:55:09.087" v="5013" actId="478"/>
          <ac:graphicFrameMkLst>
            <pc:docMk/>
            <pc:sldMk cId="2582387226" sldId="297"/>
            <ac:graphicFrameMk id="19" creationId="{ACF7318A-79C8-A70B-A211-82F9C72268D6}"/>
          </ac:graphicFrameMkLst>
        </pc:graphicFrameChg>
        <pc:graphicFrameChg chg="add mod">
          <ac:chgData name="Tanmay Samak" userId="20166025-7f22-4346-9b98-ec55ab787a06" providerId="ADAL" clId="{80E0E721-19AE-46BB-B38B-5DE6E6D52B1B}" dt="2023-08-24T14:33:10.786" v="13173" actId="208"/>
          <ac:graphicFrameMkLst>
            <pc:docMk/>
            <pc:sldMk cId="2582387226" sldId="297"/>
            <ac:graphicFrameMk id="19" creationId="{D132115E-6B04-24BB-225A-E87EBFAD154A}"/>
          </ac:graphicFrameMkLst>
        </pc:graphicFrameChg>
        <pc:picChg chg="add mod">
          <ac:chgData name="Tanmay Samak" userId="20166025-7f22-4346-9b98-ec55ab787a06" providerId="ADAL" clId="{80E0E721-19AE-46BB-B38B-5DE6E6D52B1B}" dt="2023-08-14T13:02:56.769" v="6455" actId="408"/>
          <ac:picMkLst>
            <pc:docMk/>
            <pc:sldMk cId="2582387226" sldId="297"/>
            <ac:picMk id="20" creationId="{1507B33B-292C-5241-5B19-1FC440D95687}"/>
          </ac:picMkLst>
        </pc:picChg>
        <pc:picChg chg="add mod">
          <ac:chgData name="Tanmay Samak" userId="20166025-7f22-4346-9b98-ec55ab787a06" providerId="ADAL" clId="{80E0E721-19AE-46BB-B38B-5DE6E6D52B1B}" dt="2023-08-14T13:02:56.769" v="6455" actId="408"/>
          <ac:picMkLst>
            <pc:docMk/>
            <pc:sldMk cId="2582387226" sldId="297"/>
            <ac:picMk id="21" creationId="{1B08C009-56C1-483A-6F07-D3B6D809EA9B}"/>
          </ac:picMkLst>
        </pc:picChg>
        <pc:picChg chg="add mod">
          <ac:chgData name="Tanmay Samak" userId="20166025-7f22-4346-9b98-ec55ab787a06" providerId="ADAL" clId="{80E0E721-19AE-46BB-B38B-5DE6E6D52B1B}" dt="2023-08-14T13:02:50.319" v="6454" actId="1076"/>
          <ac:picMkLst>
            <pc:docMk/>
            <pc:sldMk cId="2582387226" sldId="297"/>
            <ac:picMk id="22" creationId="{BBEB4A0F-18CC-5FDF-FD17-57AA2C50D09E}"/>
          </ac:picMkLst>
        </pc:picChg>
        <pc:picChg chg="add mod">
          <ac:chgData name="Tanmay Samak" userId="20166025-7f22-4346-9b98-ec55ab787a06" providerId="ADAL" clId="{80E0E721-19AE-46BB-B38B-5DE6E6D52B1B}" dt="2023-08-14T13:02:44.049" v="6453" actId="1076"/>
          <ac:picMkLst>
            <pc:docMk/>
            <pc:sldMk cId="2582387226" sldId="297"/>
            <ac:picMk id="23" creationId="{8C157968-11AF-2A55-C2D4-EBB5E1769A5A}"/>
          </ac:picMkLst>
        </pc:picChg>
      </pc:sldChg>
      <pc:sldChg chg="addSp delSp modSp mod">
        <pc:chgData name="Tanmay Samak" userId="20166025-7f22-4346-9b98-ec55ab787a06" providerId="ADAL" clId="{80E0E721-19AE-46BB-B38B-5DE6E6D52B1B}" dt="2023-08-24T14:33:52.609" v="13177" actId="208"/>
        <pc:sldMkLst>
          <pc:docMk/>
          <pc:sldMk cId="3583214487" sldId="298"/>
        </pc:sldMkLst>
        <pc:spChg chg="mod">
          <ac:chgData name="Tanmay Samak" userId="20166025-7f22-4346-9b98-ec55ab787a06" providerId="ADAL" clId="{80E0E721-19AE-46BB-B38B-5DE6E6D52B1B}" dt="2023-08-14T09:16:34.152" v="5351" actId="20577"/>
          <ac:spMkLst>
            <pc:docMk/>
            <pc:sldMk cId="3583214487" sldId="298"/>
            <ac:spMk id="2" creationId="{844D4E26-B530-D556-4747-3FCE832AFF15}"/>
          </ac:spMkLst>
        </pc:spChg>
        <pc:spChg chg="add del mod">
          <ac:chgData name="Tanmay Samak" userId="20166025-7f22-4346-9b98-ec55ab787a06" providerId="ADAL" clId="{80E0E721-19AE-46BB-B38B-5DE6E6D52B1B}" dt="2023-08-14T12:41:10.617" v="6294" actId="478"/>
          <ac:spMkLst>
            <pc:docMk/>
            <pc:sldMk cId="3583214487" sldId="298"/>
            <ac:spMk id="23" creationId="{702D310C-33D5-5F45-3611-70A4A91E6FE9}"/>
          </ac:spMkLst>
        </pc:spChg>
        <pc:spChg chg="add mod">
          <ac:chgData name="Tanmay Samak" userId="20166025-7f22-4346-9b98-ec55ab787a06" providerId="ADAL" clId="{80E0E721-19AE-46BB-B38B-5DE6E6D52B1B}" dt="2023-08-21T03:40:44.155" v="11916" actId="20577"/>
          <ac:spMkLst>
            <pc:docMk/>
            <pc:sldMk cId="3583214487" sldId="298"/>
            <ac:spMk id="24" creationId="{531975A9-1902-5440-6965-3961DFA57168}"/>
          </ac:spMkLst>
        </pc:spChg>
        <pc:spChg chg="add mod">
          <ac:chgData name="Tanmay Samak" userId="20166025-7f22-4346-9b98-ec55ab787a06" providerId="ADAL" clId="{80E0E721-19AE-46BB-B38B-5DE6E6D52B1B}" dt="2023-08-21T03:40:46.528" v="11919" actId="20577"/>
          <ac:spMkLst>
            <pc:docMk/>
            <pc:sldMk cId="3583214487" sldId="298"/>
            <ac:spMk id="25" creationId="{45CA305B-5E53-669E-ABA3-86345DDE6BA9}"/>
          </ac:spMkLst>
        </pc:spChg>
        <pc:spChg chg="add mod">
          <ac:chgData name="Tanmay Samak" userId="20166025-7f22-4346-9b98-ec55ab787a06" providerId="ADAL" clId="{80E0E721-19AE-46BB-B38B-5DE6E6D52B1B}" dt="2023-08-21T03:40:48.833" v="11922" actId="20577"/>
          <ac:spMkLst>
            <pc:docMk/>
            <pc:sldMk cId="3583214487" sldId="298"/>
            <ac:spMk id="26" creationId="{46A504CB-D060-FFD5-E760-8EC58ED47A34}"/>
          </ac:spMkLst>
        </pc:spChg>
        <pc:spChg chg="add mod">
          <ac:chgData name="Tanmay Samak" userId="20166025-7f22-4346-9b98-ec55ab787a06" providerId="ADAL" clId="{80E0E721-19AE-46BB-B38B-5DE6E6D52B1B}" dt="2023-08-21T03:40:52.074" v="11925" actId="20577"/>
          <ac:spMkLst>
            <pc:docMk/>
            <pc:sldMk cId="3583214487" sldId="298"/>
            <ac:spMk id="27" creationId="{42456EFF-EAD9-4E79-1FEA-5C9DED729939}"/>
          </ac:spMkLst>
        </pc:spChg>
        <pc:graphicFrameChg chg="mod modGraphic">
          <ac:chgData name="Tanmay Samak" userId="20166025-7f22-4346-9b98-ec55ab787a06" providerId="ADAL" clId="{80E0E721-19AE-46BB-B38B-5DE6E6D52B1B}" dt="2023-08-24T00:41:18.883" v="11989" actId="20577"/>
          <ac:graphicFrameMkLst>
            <pc:docMk/>
            <pc:sldMk cId="3583214487" sldId="298"/>
            <ac:graphicFrameMk id="7" creationId="{C66C364F-858E-0CC4-A62A-08AAA5E15164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21T03:17:24.077" v="11560"/>
          <ac:graphicFrameMkLst>
            <pc:docMk/>
            <pc:sldMk cId="3583214487" sldId="298"/>
            <ac:graphicFrameMk id="22" creationId="{0799BA1C-30ED-7F8A-161B-CEB1B8430D5D}"/>
          </ac:graphicFrameMkLst>
        </pc:graphicFrameChg>
        <pc:graphicFrameChg chg="add mod">
          <ac:chgData name="Tanmay Samak" userId="20166025-7f22-4346-9b98-ec55ab787a06" providerId="ADAL" clId="{80E0E721-19AE-46BB-B38B-5DE6E6D52B1B}" dt="2023-08-24T14:33:52.609" v="13177" actId="208"/>
          <ac:graphicFrameMkLst>
            <pc:docMk/>
            <pc:sldMk cId="3583214487" sldId="298"/>
            <ac:graphicFrameMk id="22" creationId="{80E45FFA-ABF8-0AE0-7F89-142BC259FB0A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21T03:23:10.935" v="11659" actId="478"/>
          <ac:graphicFrameMkLst>
            <pc:docMk/>
            <pc:sldMk cId="3583214487" sldId="298"/>
            <ac:graphicFrameMk id="23" creationId="{5A3FF94D-BC26-7F4F-64CB-A40494C2094E}"/>
          </ac:graphicFrameMkLst>
        </pc:graphicFrameChg>
        <pc:picChg chg="add mod">
          <ac:chgData name="Tanmay Samak" userId="20166025-7f22-4346-9b98-ec55ab787a06" providerId="ADAL" clId="{80E0E721-19AE-46BB-B38B-5DE6E6D52B1B}" dt="2023-08-21T03:36:10.476" v="11777" actId="1035"/>
          <ac:picMkLst>
            <pc:docMk/>
            <pc:sldMk cId="3583214487" sldId="298"/>
            <ac:picMk id="19" creationId="{4DD5A884-11B3-1FA7-8BF1-CA4BA98C5D44}"/>
          </ac:picMkLst>
        </pc:picChg>
        <pc:picChg chg="add mod">
          <ac:chgData name="Tanmay Samak" userId="20166025-7f22-4346-9b98-ec55ab787a06" providerId="ADAL" clId="{80E0E721-19AE-46BB-B38B-5DE6E6D52B1B}" dt="2023-08-21T03:36:10.476" v="11777" actId="1035"/>
          <ac:picMkLst>
            <pc:docMk/>
            <pc:sldMk cId="3583214487" sldId="298"/>
            <ac:picMk id="20" creationId="{7E12384F-24D0-AB9D-D69F-8C9ABBC7BF74}"/>
          </ac:picMkLst>
        </pc:picChg>
        <pc:picChg chg="add mod">
          <ac:chgData name="Tanmay Samak" userId="20166025-7f22-4346-9b98-ec55ab787a06" providerId="ADAL" clId="{80E0E721-19AE-46BB-B38B-5DE6E6D52B1B}" dt="2023-08-21T03:36:10.476" v="11777" actId="1035"/>
          <ac:picMkLst>
            <pc:docMk/>
            <pc:sldMk cId="3583214487" sldId="298"/>
            <ac:picMk id="21" creationId="{121A3E65-5EC7-1669-B014-2A144955A7F6}"/>
          </ac:picMkLst>
        </pc:picChg>
      </pc:sldChg>
      <pc:sldChg chg="addSp delSp modSp mod">
        <pc:chgData name="Tanmay Samak" userId="20166025-7f22-4346-9b98-ec55ab787a06" providerId="ADAL" clId="{80E0E721-19AE-46BB-B38B-5DE6E6D52B1B}" dt="2023-08-24T14:32:48.389" v="13171" actId="208"/>
        <pc:sldMkLst>
          <pc:docMk/>
          <pc:sldMk cId="3254916185" sldId="299"/>
        </pc:sldMkLst>
        <pc:spChg chg="mod">
          <ac:chgData name="Tanmay Samak" userId="20166025-7f22-4346-9b98-ec55ab787a06" providerId="ADAL" clId="{80E0E721-19AE-46BB-B38B-5DE6E6D52B1B}" dt="2023-08-12T00:21:21.687" v="2350" actId="20577"/>
          <ac:spMkLst>
            <pc:docMk/>
            <pc:sldMk cId="3254916185" sldId="299"/>
            <ac:spMk id="2" creationId="{844D4E26-B530-D556-4747-3FCE832AFF15}"/>
          </ac:spMkLst>
        </pc:spChg>
        <pc:spChg chg="add del mod">
          <ac:chgData name="Tanmay Samak" userId="20166025-7f22-4346-9b98-ec55ab787a06" providerId="ADAL" clId="{80E0E721-19AE-46BB-B38B-5DE6E6D52B1B}" dt="2023-08-14T09:59:27.709" v="6139" actId="478"/>
          <ac:spMkLst>
            <pc:docMk/>
            <pc:sldMk cId="3254916185" sldId="299"/>
            <ac:spMk id="26" creationId="{12276970-9404-536D-0716-77A9793A2170}"/>
          </ac:spMkLst>
        </pc:spChg>
        <pc:spChg chg="add mod">
          <ac:chgData name="Tanmay Samak" userId="20166025-7f22-4346-9b98-ec55ab787a06" providerId="ADAL" clId="{80E0E721-19AE-46BB-B38B-5DE6E6D52B1B}" dt="2023-08-21T03:16:03.565" v="11530" actId="20577"/>
          <ac:spMkLst>
            <pc:docMk/>
            <pc:sldMk cId="3254916185" sldId="299"/>
            <ac:spMk id="27" creationId="{127FD919-382E-96D1-9D61-11EFE9B6AD79}"/>
          </ac:spMkLst>
        </pc:spChg>
        <pc:spChg chg="add mod">
          <ac:chgData name="Tanmay Samak" userId="20166025-7f22-4346-9b98-ec55ab787a06" providerId="ADAL" clId="{80E0E721-19AE-46BB-B38B-5DE6E6D52B1B}" dt="2023-08-21T03:16:04.616" v="11532" actId="20577"/>
          <ac:spMkLst>
            <pc:docMk/>
            <pc:sldMk cId="3254916185" sldId="299"/>
            <ac:spMk id="28" creationId="{2BAC5212-3B63-6D88-9C91-81264A01F166}"/>
          </ac:spMkLst>
        </pc:spChg>
        <pc:spChg chg="add mod">
          <ac:chgData name="Tanmay Samak" userId="20166025-7f22-4346-9b98-ec55ab787a06" providerId="ADAL" clId="{80E0E721-19AE-46BB-B38B-5DE6E6D52B1B}" dt="2023-08-21T03:16:05.676" v="11534" actId="20577"/>
          <ac:spMkLst>
            <pc:docMk/>
            <pc:sldMk cId="3254916185" sldId="299"/>
            <ac:spMk id="29" creationId="{9963B94D-F791-F4E0-0433-CF05AEB02A88}"/>
          </ac:spMkLst>
        </pc:spChg>
        <pc:spChg chg="add mod">
          <ac:chgData name="Tanmay Samak" userId="20166025-7f22-4346-9b98-ec55ab787a06" providerId="ADAL" clId="{80E0E721-19AE-46BB-B38B-5DE6E6D52B1B}" dt="2023-08-21T03:16:07.705" v="11536" actId="20577"/>
          <ac:spMkLst>
            <pc:docMk/>
            <pc:sldMk cId="3254916185" sldId="299"/>
            <ac:spMk id="30" creationId="{932B9CFC-686D-BD50-D6B7-9140AE50EAC8}"/>
          </ac:spMkLst>
        </pc:spChg>
        <pc:graphicFrameChg chg="mod modGraphic">
          <ac:chgData name="Tanmay Samak" userId="20166025-7f22-4346-9b98-ec55ab787a06" providerId="ADAL" clId="{80E0E721-19AE-46BB-B38B-5DE6E6D52B1B}" dt="2023-08-24T00:41:05.660" v="11985" actId="20577"/>
          <ac:graphicFrameMkLst>
            <pc:docMk/>
            <pc:sldMk cId="3254916185" sldId="299"/>
            <ac:graphicFrameMk id="7" creationId="{C66C364F-858E-0CC4-A62A-08AAA5E15164}"/>
          </ac:graphicFrameMkLst>
        </pc:graphicFrameChg>
        <pc:graphicFrameChg chg="add del mod modGraphic">
          <ac:chgData name="Tanmay Samak" userId="20166025-7f22-4346-9b98-ec55ab787a06" providerId="ADAL" clId="{80E0E721-19AE-46BB-B38B-5DE6E6D52B1B}" dt="2023-08-14T06:53:55.803" v="4995" actId="478"/>
          <ac:graphicFrameMkLst>
            <pc:docMk/>
            <pc:sldMk cId="3254916185" sldId="299"/>
            <ac:graphicFrameMk id="19" creationId="{86888257-7CE7-5E32-3AE2-4D7339F5B7E1}"/>
          </ac:graphicFrameMkLst>
        </pc:graphicFrameChg>
        <pc:graphicFrameChg chg="add mod">
          <ac:chgData name="Tanmay Samak" userId="20166025-7f22-4346-9b98-ec55ab787a06" providerId="ADAL" clId="{80E0E721-19AE-46BB-B38B-5DE6E6D52B1B}" dt="2023-08-24T14:32:48.389" v="13171" actId="208"/>
          <ac:graphicFrameMkLst>
            <pc:docMk/>
            <pc:sldMk cId="3254916185" sldId="299"/>
            <ac:graphicFrameMk id="19" creationId="{8DCF361C-E095-2B6E-43BE-78CCA081D0A2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21T03:02:19.810" v="11318" actId="21"/>
          <ac:graphicFrameMkLst>
            <pc:docMk/>
            <pc:sldMk cId="3254916185" sldId="299"/>
            <ac:graphicFrameMk id="19" creationId="{9E125E36-2BAC-450C-2634-53B8DE6F4E2D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14T09:55:47.190" v="6096"/>
          <ac:graphicFrameMkLst>
            <pc:docMk/>
            <pc:sldMk cId="3254916185" sldId="299"/>
            <ac:graphicFrameMk id="21" creationId="{D3594A51-0A52-483A-9FAF-825D33BCD70D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14T09:56:44.671" v="6102"/>
          <ac:graphicFrameMkLst>
            <pc:docMk/>
            <pc:sldMk cId="3254916185" sldId="299"/>
            <ac:graphicFrameMk id="23" creationId="{CCD6D803-AD68-A1D4-2E3C-E635B1FE1DFD}"/>
          </ac:graphicFrameMkLst>
        </pc:graphicFrameChg>
        <pc:picChg chg="add del mod">
          <ac:chgData name="Tanmay Samak" userId="20166025-7f22-4346-9b98-ec55ab787a06" providerId="ADAL" clId="{80E0E721-19AE-46BB-B38B-5DE6E6D52B1B}" dt="2023-08-14T17:56:46.600" v="7741" actId="478"/>
          <ac:picMkLst>
            <pc:docMk/>
            <pc:sldMk cId="3254916185" sldId="299"/>
            <ac:picMk id="20" creationId="{B27ED4CA-F0B1-5675-AE22-3A7A736573F0}"/>
          </ac:picMkLst>
        </pc:picChg>
        <pc:picChg chg="add del mod modCrop">
          <ac:chgData name="Tanmay Samak" userId="20166025-7f22-4346-9b98-ec55ab787a06" providerId="ADAL" clId="{80E0E721-19AE-46BB-B38B-5DE6E6D52B1B}" dt="2023-08-14T17:55:55.958" v="7735" actId="478"/>
          <ac:picMkLst>
            <pc:docMk/>
            <pc:sldMk cId="3254916185" sldId="299"/>
            <ac:picMk id="22" creationId="{199E796F-561E-326D-F0E3-432EBAD5160A}"/>
          </ac:picMkLst>
        </pc:picChg>
        <pc:picChg chg="add del mod">
          <ac:chgData name="Tanmay Samak" userId="20166025-7f22-4346-9b98-ec55ab787a06" providerId="ADAL" clId="{80E0E721-19AE-46BB-B38B-5DE6E6D52B1B}" dt="2023-08-14T17:57:31.467" v="7750" actId="478"/>
          <ac:picMkLst>
            <pc:docMk/>
            <pc:sldMk cId="3254916185" sldId="299"/>
            <ac:picMk id="24" creationId="{5B83FB0E-FC69-9425-F033-B1665A7E01BE}"/>
          </ac:picMkLst>
        </pc:picChg>
        <pc:picChg chg="add mod">
          <ac:chgData name="Tanmay Samak" userId="20166025-7f22-4346-9b98-ec55ab787a06" providerId="ADAL" clId="{80E0E721-19AE-46BB-B38B-5DE6E6D52B1B}" dt="2023-08-21T03:10:15.793" v="11447" actId="1035"/>
          <ac:picMkLst>
            <pc:docMk/>
            <pc:sldMk cId="3254916185" sldId="299"/>
            <ac:picMk id="31" creationId="{319A37F5-E6CE-420F-1177-685A4F6C7431}"/>
          </ac:picMkLst>
        </pc:picChg>
        <pc:picChg chg="add del mod">
          <ac:chgData name="Tanmay Samak" userId="20166025-7f22-4346-9b98-ec55ab787a06" providerId="ADAL" clId="{80E0E721-19AE-46BB-B38B-5DE6E6D52B1B}" dt="2023-08-14T17:56:40.120" v="7739" actId="478"/>
          <ac:picMkLst>
            <pc:docMk/>
            <pc:sldMk cId="3254916185" sldId="299"/>
            <ac:picMk id="32" creationId="{E637B240-4BAF-2DE4-1140-5A5BB6878FAE}"/>
          </ac:picMkLst>
        </pc:picChg>
        <pc:picChg chg="add mod">
          <ac:chgData name="Tanmay Samak" userId="20166025-7f22-4346-9b98-ec55ab787a06" providerId="ADAL" clId="{80E0E721-19AE-46BB-B38B-5DE6E6D52B1B}" dt="2023-08-21T03:10:15.793" v="11447" actId="1035"/>
          <ac:picMkLst>
            <pc:docMk/>
            <pc:sldMk cId="3254916185" sldId="299"/>
            <ac:picMk id="33" creationId="{1E1A0025-346E-5A4D-8955-5C7595226966}"/>
          </ac:picMkLst>
        </pc:picChg>
        <pc:picChg chg="add mod">
          <ac:chgData name="Tanmay Samak" userId="20166025-7f22-4346-9b98-ec55ab787a06" providerId="ADAL" clId="{80E0E721-19AE-46BB-B38B-5DE6E6D52B1B}" dt="2023-08-21T03:10:15.793" v="11447" actId="1035"/>
          <ac:picMkLst>
            <pc:docMk/>
            <pc:sldMk cId="3254916185" sldId="299"/>
            <ac:picMk id="34" creationId="{E3EBEDC2-FA9F-06E4-6F85-B0FFA11CB6C9}"/>
          </ac:picMkLst>
        </pc:picChg>
      </pc:sldChg>
      <pc:sldChg chg="addSp delSp modSp mod modAnim modShow">
        <pc:chgData name="Tanmay Samak" userId="20166025-7f22-4346-9b98-ec55ab787a06" providerId="ADAL" clId="{80E0E721-19AE-46BB-B38B-5DE6E6D52B1B}" dt="2023-08-25T02:19:31.262" v="15393"/>
        <pc:sldMkLst>
          <pc:docMk/>
          <pc:sldMk cId="1244121882" sldId="300"/>
        </pc:sldMkLst>
        <pc:spChg chg="mod">
          <ac:chgData name="Tanmay Samak" userId="20166025-7f22-4346-9b98-ec55ab787a06" providerId="ADAL" clId="{80E0E721-19AE-46BB-B38B-5DE6E6D52B1B}" dt="2023-08-18T00:48:56.164" v="8447" actId="20577"/>
          <ac:spMkLst>
            <pc:docMk/>
            <pc:sldMk cId="1244121882" sldId="300"/>
            <ac:spMk id="2" creationId="{43B05FE2-B26D-3968-2B31-94E5395EB885}"/>
          </ac:spMkLst>
        </pc:spChg>
        <pc:spChg chg="del mod">
          <ac:chgData name="Tanmay Samak" userId="20166025-7f22-4346-9b98-ec55ab787a06" providerId="ADAL" clId="{80E0E721-19AE-46BB-B38B-5DE6E6D52B1B}" dt="2023-08-14T09:13:39.379" v="5212" actId="1032"/>
          <ac:spMkLst>
            <pc:docMk/>
            <pc:sldMk cId="1244121882" sldId="300"/>
            <ac:spMk id="3" creationId="{348F20B0-6D22-EAB5-F92C-C2BDC4CF8BBA}"/>
          </ac:spMkLst>
        </pc:spChg>
        <pc:spChg chg="add mod">
          <ac:chgData name="Tanmay Samak" userId="20166025-7f22-4346-9b98-ec55ab787a06" providerId="ADAL" clId="{80E0E721-19AE-46BB-B38B-5DE6E6D52B1B}" dt="2023-08-25T02:19:14.353" v="15392" actId="693"/>
          <ac:spMkLst>
            <pc:docMk/>
            <pc:sldMk cId="1244121882" sldId="300"/>
            <ac:spMk id="3" creationId="{EE87691E-41B3-403B-E0D9-B8DE212206B0}"/>
          </ac:spMkLst>
        </pc:spChg>
        <pc:graphicFrameChg chg="add mod modGraphic">
          <ac:chgData name="Tanmay Samak" userId="20166025-7f22-4346-9b98-ec55ab787a06" providerId="ADAL" clId="{80E0E721-19AE-46BB-B38B-5DE6E6D52B1B}" dt="2023-08-25T02:17:55.250" v="15385" actId="404"/>
          <ac:graphicFrameMkLst>
            <pc:docMk/>
            <pc:sldMk cId="1244121882" sldId="300"/>
            <ac:graphicFrameMk id="19" creationId="{F69A9120-1555-2EFD-CFAC-AE2D27B27DAC}"/>
          </ac:graphicFrameMkLst>
        </pc:graphicFrameChg>
      </pc:sldChg>
      <pc:sldChg chg="modSp del mod ord">
        <pc:chgData name="Tanmay Samak" userId="20166025-7f22-4346-9b98-ec55ab787a06" providerId="ADAL" clId="{80E0E721-19AE-46BB-B38B-5DE6E6D52B1B}" dt="2023-08-21T03:44:04.770" v="11961" actId="47"/>
        <pc:sldMkLst>
          <pc:docMk/>
          <pc:sldMk cId="1167600257" sldId="303"/>
        </pc:sldMkLst>
        <pc:spChg chg="mod">
          <ac:chgData name="Tanmay Samak" userId="20166025-7f22-4346-9b98-ec55ab787a06" providerId="ADAL" clId="{80E0E721-19AE-46BB-B38B-5DE6E6D52B1B}" dt="2023-08-20T17:31:13.440" v="8896" actId="21"/>
          <ac:spMkLst>
            <pc:docMk/>
            <pc:sldMk cId="1167600257" sldId="303"/>
            <ac:spMk id="3" creationId="{19F2D61E-BBDD-019A-A6F5-CF5FB6BE754B}"/>
          </ac:spMkLst>
        </pc:spChg>
      </pc:sldChg>
      <pc:sldChg chg="addSp modSp mod delCm modNotesTx">
        <pc:chgData name="Tanmay Samak" userId="20166025-7f22-4346-9b98-ec55ab787a06" providerId="ADAL" clId="{80E0E721-19AE-46BB-B38B-5DE6E6D52B1B}" dt="2023-08-27T20:42:59.025" v="16420" actId="20577"/>
        <pc:sldMkLst>
          <pc:docMk/>
          <pc:sldMk cId="2539262352" sldId="305"/>
        </pc:sldMkLst>
        <pc:spChg chg="mod">
          <ac:chgData name="Tanmay Samak" userId="20166025-7f22-4346-9b98-ec55ab787a06" providerId="ADAL" clId="{80E0E721-19AE-46BB-B38B-5DE6E6D52B1B}" dt="2023-08-08T19:15:21.501" v="2005"/>
          <ac:spMkLst>
            <pc:docMk/>
            <pc:sldMk cId="2539262352" sldId="305"/>
            <ac:spMk id="3" creationId="{20FEE75E-4191-DF81-29B1-94AD70DB3537}"/>
          </ac:spMkLst>
        </pc:spChg>
        <pc:spChg chg="add mod">
          <ac:chgData name="Tanmay Samak" userId="20166025-7f22-4346-9b98-ec55ab787a06" providerId="ADAL" clId="{80E0E721-19AE-46BB-B38B-5DE6E6D52B1B}" dt="2023-08-14T13:56:29.044" v="6997" actId="14100"/>
          <ac:spMkLst>
            <pc:docMk/>
            <pc:sldMk cId="2539262352" sldId="305"/>
            <ac:spMk id="25" creationId="{7C5E5A5F-EFF0-2F75-AE41-8EB2D6C32BD9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08:34.633" v="1"/>
              <pc2:cmMkLst xmlns:pc2="http://schemas.microsoft.com/office/powerpoint/2019/9/main/command">
                <pc:docMk/>
                <pc:sldMk cId="2539262352" sldId="305"/>
                <pc2:cmMk id="{5C4CCC41-1B65-4385-AC51-F115709BC9F4}"/>
              </pc2:cmMkLst>
            </pc226:cmChg>
          </p:ext>
        </pc:extLst>
      </pc:sldChg>
      <pc:sldChg chg="addSp modSp mod modNotesTx">
        <pc:chgData name="Tanmay Samak" userId="20166025-7f22-4346-9b98-ec55ab787a06" providerId="ADAL" clId="{80E0E721-19AE-46BB-B38B-5DE6E6D52B1B}" dt="2023-08-27T20:42:58.993" v="16419" actId="20577"/>
        <pc:sldMkLst>
          <pc:docMk/>
          <pc:sldMk cId="2072698210" sldId="306"/>
        </pc:sldMkLst>
        <pc:spChg chg="mod">
          <ac:chgData name="Tanmay Samak" userId="20166025-7f22-4346-9b98-ec55ab787a06" providerId="ADAL" clId="{80E0E721-19AE-46BB-B38B-5DE6E6D52B1B}" dt="2023-08-08T19:15:16.589" v="2003" actId="207"/>
          <ac:spMkLst>
            <pc:docMk/>
            <pc:sldMk cId="2072698210" sldId="306"/>
            <ac:spMk id="3" creationId="{20FEE75E-4191-DF81-29B1-94AD70DB3537}"/>
          </ac:spMkLst>
        </pc:spChg>
        <pc:spChg chg="add mod">
          <ac:chgData name="Tanmay Samak" userId="20166025-7f22-4346-9b98-ec55ab787a06" providerId="ADAL" clId="{80E0E721-19AE-46BB-B38B-5DE6E6D52B1B}" dt="2023-08-14T13:56:20.252" v="6996" actId="14100"/>
          <ac:spMkLst>
            <pc:docMk/>
            <pc:sldMk cId="2072698210" sldId="306"/>
            <ac:spMk id="22" creationId="{81BB79CF-EE40-20F9-EB85-4C4F45F9462C}"/>
          </ac:spMkLst>
        </pc:spChg>
      </pc:sldChg>
      <pc:sldChg chg="modSp mod">
        <pc:chgData name="Tanmay Samak" userId="20166025-7f22-4346-9b98-ec55ab787a06" providerId="ADAL" clId="{80E0E721-19AE-46BB-B38B-5DE6E6D52B1B}" dt="2023-08-14T13:54:58.659" v="6984" actId="20577"/>
        <pc:sldMkLst>
          <pc:docMk/>
          <pc:sldMk cId="4252378395" sldId="307"/>
        </pc:sldMkLst>
        <pc:spChg chg="mod">
          <ac:chgData name="Tanmay Samak" userId="20166025-7f22-4346-9b98-ec55ab787a06" providerId="ADAL" clId="{80E0E721-19AE-46BB-B38B-5DE6E6D52B1B}" dt="2023-08-14T13:54:58.659" v="6984" actId="20577"/>
          <ac:spMkLst>
            <pc:docMk/>
            <pc:sldMk cId="4252378395" sldId="307"/>
            <ac:spMk id="3" creationId="{19F2D61E-BBDD-019A-A6F5-CF5FB6BE754B}"/>
          </ac:spMkLst>
        </pc:spChg>
      </pc:sldChg>
      <pc:sldChg chg="addSp delSp modSp mod modNotesTx">
        <pc:chgData name="Tanmay Samak" userId="20166025-7f22-4346-9b98-ec55ab787a06" providerId="ADAL" clId="{80E0E721-19AE-46BB-B38B-5DE6E6D52B1B}" dt="2023-08-27T20:42:58.962" v="16418" actId="20577"/>
        <pc:sldMkLst>
          <pc:docMk/>
          <pc:sldMk cId="532219676" sldId="308"/>
        </pc:sldMkLst>
        <pc:spChg chg="mod">
          <ac:chgData name="Tanmay Samak" userId="20166025-7f22-4346-9b98-ec55ab787a06" providerId="ADAL" clId="{80E0E721-19AE-46BB-B38B-5DE6E6D52B1B}" dt="2023-08-08T19:15:02.902" v="2000" actId="207"/>
          <ac:spMkLst>
            <pc:docMk/>
            <pc:sldMk cId="532219676" sldId="308"/>
            <ac:spMk id="3" creationId="{20FEE75E-4191-DF81-29B1-94AD70DB3537}"/>
          </ac:spMkLst>
        </pc:spChg>
        <pc:spChg chg="add del mod">
          <ac:chgData name="Tanmay Samak" userId="20166025-7f22-4346-9b98-ec55ab787a06" providerId="ADAL" clId="{80E0E721-19AE-46BB-B38B-5DE6E6D52B1B}" dt="2023-08-14T13:57:11.348" v="6999" actId="478"/>
          <ac:spMkLst>
            <pc:docMk/>
            <pc:sldMk cId="532219676" sldId="308"/>
            <ac:spMk id="22" creationId="{9FDEFBB2-AEDB-EF87-0D08-4ABDF6D8EFE0}"/>
          </ac:spMkLst>
        </pc:spChg>
        <pc:spChg chg="add mod">
          <ac:chgData name="Tanmay Samak" userId="20166025-7f22-4346-9b98-ec55ab787a06" providerId="ADAL" clId="{80E0E721-19AE-46BB-B38B-5DE6E6D52B1B}" dt="2023-08-14T13:58:13.345" v="7013" actId="948"/>
          <ac:spMkLst>
            <pc:docMk/>
            <pc:sldMk cId="532219676" sldId="308"/>
            <ac:spMk id="23" creationId="{902EB233-8F41-84C0-74AE-5CE06A62AF6C}"/>
          </ac:spMkLst>
        </pc:spChg>
      </pc:sldChg>
      <pc:sldChg chg="addSp delSp modSp mod modNotesTx">
        <pc:chgData name="Tanmay Samak" userId="20166025-7f22-4346-9b98-ec55ab787a06" providerId="ADAL" clId="{80E0E721-19AE-46BB-B38B-5DE6E6D52B1B}" dt="2023-08-27T20:42:58.932" v="16417" actId="20577"/>
        <pc:sldMkLst>
          <pc:docMk/>
          <pc:sldMk cId="1061639862" sldId="309"/>
        </pc:sldMkLst>
        <pc:spChg chg="mod">
          <ac:chgData name="Tanmay Samak" userId="20166025-7f22-4346-9b98-ec55ab787a06" providerId="ADAL" clId="{80E0E721-19AE-46BB-B38B-5DE6E6D52B1B}" dt="2023-08-08T19:14:43.840" v="1996" actId="207"/>
          <ac:spMkLst>
            <pc:docMk/>
            <pc:sldMk cId="1061639862" sldId="309"/>
            <ac:spMk id="3" creationId="{20FEE75E-4191-DF81-29B1-94AD70DB3537}"/>
          </ac:spMkLst>
        </pc:spChg>
        <pc:spChg chg="mod">
          <ac:chgData name="Tanmay Samak" userId="20166025-7f22-4346-9b98-ec55ab787a06" providerId="ADAL" clId="{80E0E721-19AE-46BB-B38B-5DE6E6D52B1B}" dt="2023-08-07T15:06:07.631" v="93" actId="14100"/>
          <ac:spMkLst>
            <pc:docMk/>
            <pc:sldMk cId="1061639862" sldId="309"/>
            <ac:spMk id="16" creationId="{DEFA4D1F-0BDF-356F-10B0-3CA6ACD84215}"/>
          </ac:spMkLst>
        </pc:spChg>
        <pc:spChg chg="add del mod">
          <ac:chgData name="Tanmay Samak" userId="20166025-7f22-4346-9b98-ec55ab787a06" providerId="ADAL" clId="{80E0E721-19AE-46BB-B38B-5DE6E6D52B1B}" dt="2023-08-14T13:57:13.435" v="7000" actId="478"/>
          <ac:spMkLst>
            <pc:docMk/>
            <pc:sldMk cId="1061639862" sldId="309"/>
            <ac:spMk id="20" creationId="{C78BFC47-B039-89F8-0F9B-3A5A6B82E5EE}"/>
          </ac:spMkLst>
        </pc:spChg>
        <pc:spChg chg="add mod">
          <ac:chgData name="Tanmay Samak" userId="20166025-7f22-4346-9b98-ec55ab787a06" providerId="ADAL" clId="{80E0E721-19AE-46BB-B38B-5DE6E6D52B1B}" dt="2023-08-14T13:57:58.369" v="7010" actId="948"/>
          <ac:spMkLst>
            <pc:docMk/>
            <pc:sldMk cId="1061639862" sldId="309"/>
            <ac:spMk id="21" creationId="{541D6193-0672-5A4E-8799-24ABE30AE113}"/>
          </ac:spMkLst>
        </pc:spChg>
      </pc:sldChg>
      <pc:sldChg chg="addSp modSp mod modNotesTx">
        <pc:chgData name="Tanmay Samak" userId="20166025-7f22-4346-9b98-ec55ab787a06" providerId="ADAL" clId="{80E0E721-19AE-46BB-B38B-5DE6E6D52B1B}" dt="2023-08-27T20:42:58.900" v="16416" actId="20577"/>
        <pc:sldMkLst>
          <pc:docMk/>
          <pc:sldMk cId="2838602902" sldId="310"/>
        </pc:sldMkLst>
        <pc:spChg chg="mod">
          <ac:chgData name="Tanmay Samak" userId="20166025-7f22-4346-9b98-ec55ab787a06" providerId="ADAL" clId="{80E0E721-19AE-46BB-B38B-5DE6E6D52B1B}" dt="2023-08-08T19:17:06.812" v="2025"/>
          <ac:spMkLst>
            <pc:docMk/>
            <pc:sldMk cId="2838602902" sldId="310"/>
            <ac:spMk id="3" creationId="{20FEE75E-4191-DF81-29B1-94AD70DB3537}"/>
          </ac:spMkLst>
        </pc:spChg>
        <pc:spChg chg="add mod">
          <ac:chgData name="Tanmay Samak" userId="20166025-7f22-4346-9b98-ec55ab787a06" providerId="ADAL" clId="{80E0E721-19AE-46BB-B38B-5DE6E6D52B1B}" dt="2023-08-14T13:58:57.220" v="7017" actId="948"/>
          <ac:spMkLst>
            <pc:docMk/>
            <pc:sldMk cId="2838602902" sldId="310"/>
            <ac:spMk id="24" creationId="{3E19445D-E257-AD84-2E8B-1168CE9E790A}"/>
          </ac:spMkLst>
        </pc:spChg>
      </pc:sldChg>
      <pc:sldChg chg="add del mod modShow">
        <pc:chgData name="Tanmay Samak" userId="20166025-7f22-4346-9b98-ec55ab787a06" providerId="ADAL" clId="{80E0E721-19AE-46BB-B38B-5DE6E6D52B1B}" dt="2023-08-08T19:18:24.398" v="2038" actId="47"/>
        <pc:sldMkLst>
          <pc:docMk/>
          <pc:sldMk cId="3024371347" sldId="311"/>
        </pc:sldMkLst>
      </pc:sldChg>
      <pc:sldChg chg="addSp delSp modSp mod modAnim">
        <pc:chgData name="Tanmay Samak" userId="20166025-7f22-4346-9b98-ec55ab787a06" providerId="ADAL" clId="{80E0E721-19AE-46BB-B38B-5DE6E6D52B1B}" dt="2023-08-25T04:05:16.879" v="16033" actId="20577"/>
        <pc:sldMkLst>
          <pc:docMk/>
          <pc:sldMk cId="609254601" sldId="312"/>
        </pc:sldMkLst>
        <pc:spChg chg="mod">
          <ac:chgData name="Tanmay Samak" userId="20166025-7f22-4346-9b98-ec55ab787a06" providerId="ADAL" clId="{80E0E721-19AE-46BB-B38B-5DE6E6D52B1B}" dt="2023-08-25T04:05:16.879" v="16033" actId="20577"/>
          <ac:spMkLst>
            <pc:docMk/>
            <pc:sldMk cId="609254601" sldId="312"/>
            <ac:spMk id="3" creationId="{20FEE75E-4191-DF81-29B1-94AD70DB3537}"/>
          </ac:spMkLst>
        </pc:spChg>
        <pc:spChg chg="add mod">
          <ac:chgData name="Tanmay Samak" userId="20166025-7f22-4346-9b98-ec55ab787a06" providerId="ADAL" clId="{80E0E721-19AE-46BB-B38B-5DE6E6D52B1B}" dt="2023-08-14T14:09:28.962" v="7053" actId="121"/>
          <ac:spMkLst>
            <pc:docMk/>
            <pc:sldMk cId="609254601" sldId="312"/>
            <ac:spMk id="6" creationId="{D1CF6021-542A-9DC0-EB40-E5196A24F0FE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13" creationId="{E9308DA2-CE8E-C497-B897-5DB10D61C861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14" creationId="{0FA34135-C492-C44F-0090-DE575378C104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16" creationId="{0871851D-1731-17AA-57DB-B513CD0DABCD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17" creationId="{FCA64223-03E9-7606-BAB3-2201781FE37A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18" creationId="{ADC278CF-C3FF-E817-9D47-716C311FE8B3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19" creationId="{61F7BDB7-18D1-614C-C505-CDC1AB72AFCA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20" creationId="{48522ABB-CAB2-512D-66F0-47FAE71742CC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23" creationId="{6330ADAF-F152-F2DF-61F1-B1F614717B38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24" creationId="{BC5A17AD-7A02-49CE-A20E-E8B8FA4C0B1E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25" creationId="{6305D10E-D17B-627C-D67F-E4AE08EA308D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27" creationId="{752278C3-D5EC-8BAC-FB9C-1EA16835A79B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28" creationId="{70263F8A-78EB-AA25-6228-AF03B47C94FC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29" creationId="{4D45AC11-9BAE-32B2-0C25-BB35DA9B32C2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30" creationId="{DBB87AF3-7E0F-6019-58CB-EC0AA46F5479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33" creationId="{5BAAE9BE-4C90-45EF-D1BB-1AB80C1227BD}"/>
          </ac:spMkLst>
        </pc:spChg>
        <pc:picChg chg="del">
          <ac:chgData name="Tanmay Samak" userId="20166025-7f22-4346-9b98-ec55ab787a06" providerId="ADAL" clId="{80E0E721-19AE-46BB-B38B-5DE6E6D52B1B}" dt="2023-08-07T18:12:20.667" v="1571" actId="478"/>
          <ac:picMkLst>
            <pc:docMk/>
            <pc:sldMk cId="609254601" sldId="312"/>
            <ac:picMk id="32" creationId="{9DD5FF7F-0BBC-E435-96CC-50F21A52FCF3}"/>
          </ac:picMkLst>
        </pc:picChg>
        <pc:picChg chg="del">
          <ac:chgData name="Tanmay Samak" userId="20166025-7f22-4346-9b98-ec55ab787a06" providerId="ADAL" clId="{80E0E721-19AE-46BB-B38B-5DE6E6D52B1B}" dt="2023-08-07T18:12:20.667" v="1571" actId="478"/>
          <ac:picMkLst>
            <pc:docMk/>
            <pc:sldMk cId="609254601" sldId="312"/>
            <ac:picMk id="2050" creationId="{1BD2775A-677A-7CFB-F280-F2CEB88F7C66}"/>
          </ac:picMkLst>
        </pc:picChg>
        <pc:picChg chg="del">
          <ac:chgData name="Tanmay Samak" userId="20166025-7f22-4346-9b98-ec55ab787a06" providerId="ADAL" clId="{80E0E721-19AE-46BB-B38B-5DE6E6D52B1B}" dt="2023-08-07T18:12:20.667" v="1571" actId="478"/>
          <ac:picMkLst>
            <pc:docMk/>
            <pc:sldMk cId="609254601" sldId="312"/>
            <ac:picMk id="2064" creationId="{72F6B205-6DC9-5C9A-DF68-7044961F13D8}"/>
          </ac:picMkLst>
        </pc:picChg>
        <pc:picChg chg="del">
          <ac:chgData name="Tanmay Samak" userId="20166025-7f22-4346-9b98-ec55ab787a06" providerId="ADAL" clId="{80E0E721-19AE-46BB-B38B-5DE6E6D52B1B}" dt="2023-08-07T18:12:20.667" v="1571" actId="478"/>
          <ac:picMkLst>
            <pc:docMk/>
            <pc:sldMk cId="609254601" sldId="312"/>
            <ac:picMk id="2066" creationId="{59E43B4F-EC1A-B690-76EF-4828853425E0}"/>
          </ac:picMkLst>
        </pc:picChg>
        <pc:picChg chg="del">
          <ac:chgData name="Tanmay Samak" userId="20166025-7f22-4346-9b98-ec55ab787a06" providerId="ADAL" clId="{80E0E721-19AE-46BB-B38B-5DE6E6D52B1B}" dt="2023-08-07T18:12:20.667" v="1571" actId="478"/>
          <ac:picMkLst>
            <pc:docMk/>
            <pc:sldMk cId="609254601" sldId="312"/>
            <ac:picMk id="2068" creationId="{04DEC498-A455-B7BD-5D42-4F8D92E2AF26}"/>
          </ac:picMkLst>
        </pc:picChg>
        <pc:cxnChg chg="del">
          <ac:chgData name="Tanmay Samak" userId="20166025-7f22-4346-9b98-ec55ab787a06" providerId="ADAL" clId="{80E0E721-19AE-46BB-B38B-5DE6E6D52B1B}" dt="2023-08-07T18:12:20.667" v="1571" actId="478"/>
          <ac:cxnSpMkLst>
            <pc:docMk/>
            <pc:sldMk cId="609254601" sldId="312"/>
            <ac:cxnSpMk id="12" creationId="{013BD2EE-837A-52DC-E521-8F651B8F6D28}"/>
          </ac:cxnSpMkLst>
        </pc:cxnChg>
      </pc:sldChg>
      <pc:sldChg chg="addSp delSp modSp mod ord">
        <pc:chgData name="Tanmay Samak" userId="20166025-7f22-4346-9b98-ec55ab787a06" providerId="ADAL" clId="{80E0E721-19AE-46BB-B38B-5DE6E6D52B1B}" dt="2023-08-20T18:03:10.967" v="9097" actId="21"/>
        <pc:sldMkLst>
          <pc:docMk/>
          <pc:sldMk cId="1880113145" sldId="313"/>
        </pc:sldMkLst>
        <pc:spChg chg="mod">
          <ac:chgData name="Tanmay Samak" userId="20166025-7f22-4346-9b98-ec55ab787a06" providerId="ADAL" clId="{80E0E721-19AE-46BB-B38B-5DE6E6D52B1B}" dt="2023-08-20T18:03:10.967" v="9097" actId="21"/>
          <ac:spMkLst>
            <pc:docMk/>
            <pc:sldMk cId="1880113145" sldId="313"/>
            <ac:spMk id="3" creationId="{19F2D61E-BBDD-019A-A6F5-CF5FB6BE754B}"/>
          </ac:spMkLst>
        </pc:spChg>
        <pc:graphicFrameChg chg="add del mod">
          <ac:chgData name="Tanmay Samak" userId="20166025-7f22-4346-9b98-ec55ab787a06" providerId="ADAL" clId="{80E0E721-19AE-46BB-B38B-5DE6E6D52B1B}" dt="2023-08-20T15:46:18.043" v="8566"/>
          <ac:graphicFrameMkLst>
            <pc:docMk/>
            <pc:sldMk cId="1880113145" sldId="313"/>
            <ac:graphicFrameMk id="6" creationId="{82EC8ECD-16F9-A71E-7323-9354ADEECD4B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20T15:58:36.826" v="8621"/>
          <ac:graphicFrameMkLst>
            <pc:docMk/>
            <pc:sldMk cId="1880113145" sldId="313"/>
            <ac:graphicFrameMk id="7" creationId="{B0E4EE1D-10BD-747F-D640-7920FC6F294B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20T17:26:01.873" v="8860"/>
          <ac:graphicFrameMkLst>
            <pc:docMk/>
            <pc:sldMk cId="1880113145" sldId="313"/>
            <ac:graphicFrameMk id="8" creationId="{3AE28003-671A-E317-9C18-48519C524614}"/>
          </ac:graphicFrameMkLst>
        </pc:graphicFrameChg>
      </pc:sldChg>
      <pc:sldChg chg="addSp delSp modSp del mod">
        <pc:chgData name="Tanmay Samak" userId="20166025-7f22-4346-9b98-ec55ab787a06" providerId="ADAL" clId="{80E0E721-19AE-46BB-B38B-5DE6E6D52B1B}" dt="2023-08-21T03:25:32.579" v="11698" actId="47"/>
        <pc:sldMkLst>
          <pc:docMk/>
          <pc:sldMk cId="702459796" sldId="314"/>
        </pc:sldMkLst>
        <pc:spChg chg="mod">
          <ac:chgData name="Tanmay Samak" userId="20166025-7f22-4346-9b98-ec55ab787a06" providerId="ADAL" clId="{80E0E721-19AE-46BB-B38B-5DE6E6D52B1B}" dt="2023-08-21T03:25:24.838" v="11692" actId="21"/>
          <ac:spMkLst>
            <pc:docMk/>
            <pc:sldMk cId="702459796" sldId="314"/>
            <ac:spMk id="3" creationId="{19F2D61E-BBDD-019A-A6F5-CF5FB6BE754B}"/>
          </ac:spMkLst>
        </pc:spChg>
        <pc:graphicFrameChg chg="add del mod">
          <ac:chgData name="Tanmay Samak" userId="20166025-7f22-4346-9b98-ec55ab787a06" providerId="ADAL" clId="{80E0E721-19AE-46BB-B38B-5DE6E6D52B1B}" dt="2023-08-12T00:40:43.255" v="2426"/>
          <ac:graphicFrameMkLst>
            <pc:docMk/>
            <pc:sldMk cId="702459796" sldId="314"/>
            <ac:graphicFrameMk id="6" creationId="{12977BB7-4F5E-6B17-4345-DC4265357CCA}"/>
          </ac:graphicFrameMkLst>
        </pc:graphicFrameChg>
      </pc:sldChg>
      <pc:sldChg chg="modSp del mod">
        <pc:chgData name="Tanmay Samak" userId="20166025-7f22-4346-9b98-ec55ab787a06" providerId="ADAL" clId="{80E0E721-19AE-46BB-B38B-5DE6E6D52B1B}" dt="2023-08-21T03:43:22.036" v="11960" actId="47"/>
        <pc:sldMkLst>
          <pc:docMk/>
          <pc:sldMk cId="2225284062" sldId="315"/>
        </pc:sldMkLst>
        <pc:spChg chg="mod">
          <ac:chgData name="Tanmay Samak" userId="20166025-7f22-4346-9b98-ec55ab787a06" providerId="ADAL" clId="{80E0E721-19AE-46BB-B38B-5DE6E6D52B1B}" dt="2023-08-21T03:41:06.038" v="11926" actId="21"/>
          <ac:spMkLst>
            <pc:docMk/>
            <pc:sldMk cId="2225284062" sldId="315"/>
            <ac:spMk id="3" creationId="{19F2D61E-BBDD-019A-A6F5-CF5FB6BE754B}"/>
          </ac:spMkLst>
        </pc:spChg>
      </pc:sldChg>
      <pc:sldChg chg="modSp del mod">
        <pc:chgData name="Tanmay Samak" userId="20166025-7f22-4346-9b98-ec55ab787a06" providerId="ADAL" clId="{80E0E721-19AE-46BB-B38B-5DE6E6D52B1B}" dt="2023-08-21T03:44:07.712" v="11962" actId="47"/>
        <pc:sldMkLst>
          <pc:docMk/>
          <pc:sldMk cId="326148829" sldId="316"/>
        </pc:sldMkLst>
        <pc:spChg chg="mod">
          <ac:chgData name="Tanmay Samak" userId="20166025-7f22-4346-9b98-ec55ab787a06" providerId="ADAL" clId="{80E0E721-19AE-46BB-B38B-5DE6E6D52B1B}" dt="2023-08-21T03:15:33.237" v="11517" actId="21"/>
          <ac:spMkLst>
            <pc:docMk/>
            <pc:sldMk cId="326148829" sldId="316"/>
            <ac:spMk id="3" creationId="{19F2D61E-BBDD-019A-A6F5-CF5FB6BE754B}"/>
          </ac:spMkLst>
        </pc:spChg>
      </pc:sldChg>
      <pc:sldChg chg="addSp delSp modSp add mod ord modShow">
        <pc:chgData name="Tanmay Samak" userId="20166025-7f22-4346-9b98-ec55ab787a06" providerId="ADAL" clId="{80E0E721-19AE-46BB-B38B-5DE6E6D52B1B}" dt="2023-08-24T01:02:42.539" v="12044" actId="729"/>
        <pc:sldMkLst>
          <pc:docMk/>
          <pc:sldMk cId="2069962884" sldId="317"/>
        </pc:sldMkLst>
        <pc:spChg chg="mod">
          <ac:chgData name="Tanmay Samak" userId="20166025-7f22-4346-9b98-ec55ab787a06" providerId="ADAL" clId="{80E0E721-19AE-46BB-B38B-5DE6E6D52B1B}" dt="2023-08-07T16:06:08.910" v="718" actId="20577"/>
          <ac:spMkLst>
            <pc:docMk/>
            <pc:sldMk cId="2069962884" sldId="317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1T01:01:10.691" v="9936" actId="20577"/>
          <ac:spMkLst>
            <pc:docMk/>
            <pc:sldMk cId="2069962884" sldId="317"/>
            <ac:spMk id="3" creationId="{20FEE75E-4191-DF81-29B1-94AD70DB3537}"/>
          </ac:spMkLst>
        </pc:spChg>
        <pc:spChg chg="del">
          <ac:chgData name="Tanmay Samak" userId="20166025-7f22-4346-9b98-ec55ab787a06" providerId="ADAL" clId="{80E0E721-19AE-46BB-B38B-5DE6E6D52B1B}" dt="2023-08-07T15:49:53.426" v="182" actId="478"/>
          <ac:spMkLst>
            <pc:docMk/>
            <pc:sldMk cId="2069962884" sldId="317"/>
            <ac:spMk id="6" creationId="{1AAC2B43-57B4-3E11-2AE8-7AEFF0F8446F}"/>
          </ac:spMkLst>
        </pc:spChg>
        <pc:spChg chg="add del mod">
          <ac:chgData name="Tanmay Samak" userId="20166025-7f22-4346-9b98-ec55ab787a06" providerId="ADAL" clId="{80E0E721-19AE-46BB-B38B-5DE6E6D52B1B}" dt="2023-08-14T13:29:22.307" v="6644" actId="478"/>
          <ac:spMkLst>
            <pc:docMk/>
            <pc:sldMk cId="2069962884" sldId="317"/>
            <ac:spMk id="22" creationId="{A5654500-0D1F-949A-2B6E-FC0A21982191}"/>
          </ac:spMkLst>
        </pc:spChg>
        <pc:spChg chg="add mod">
          <ac:chgData name="Tanmay Samak" userId="20166025-7f22-4346-9b98-ec55ab787a06" providerId="ADAL" clId="{80E0E721-19AE-46BB-B38B-5DE6E6D52B1B}" dt="2023-08-21T01:15:57.765" v="10025" actId="20577"/>
          <ac:spMkLst>
            <pc:docMk/>
            <pc:sldMk cId="2069962884" sldId="317"/>
            <ac:spMk id="23" creationId="{84C9FC78-DCE3-2220-25DD-17B88707F7B9}"/>
          </ac:spMkLst>
        </pc:spChg>
        <pc:spChg chg="add mod">
          <ac:chgData name="Tanmay Samak" userId="20166025-7f22-4346-9b98-ec55ab787a06" providerId="ADAL" clId="{80E0E721-19AE-46BB-B38B-5DE6E6D52B1B}" dt="2023-08-21T01:15:59.809" v="10027" actId="20577"/>
          <ac:spMkLst>
            <pc:docMk/>
            <pc:sldMk cId="2069962884" sldId="317"/>
            <ac:spMk id="24" creationId="{4DC8DF1A-B729-8F59-EA97-0C970D3BBBE6}"/>
          </ac:spMkLst>
        </pc:spChg>
        <pc:spChg chg="add del mod">
          <ac:chgData name="Tanmay Samak" userId="20166025-7f22-4346-9b98-ec55ab787a06" providerId="ADAL" clId="{80E0E721-19AE-46BB-B38B-5DE6E6D52B1B}" dt="2023-08-14T13:42:28.875" v="6873" actId="478"/>
          <ac:spMkLst>
            <pc:docMk/>
            <pc:sldMk cId="2069962884" sldId="317"/>
            <ac:spMk id="27" creationId="{06655FFE-B0C4-90D3-21A8-23E42750DC66}"/>
          </ac:spMkLst>
        </pc:spChg>
        <pc:spChg chg="add del mod">
          <ac:chgData name="Tanmay Samak" userId="20166025-7f22-4346-9b98-ec55ab787a06" providerId="ADAL" clId="{80E0E721-19AE-46BB-B38B-5DE6E6D52B1B}" dt="2023-08-14T14:22:00.656" v="7147" actId="478"/>
          <ac:spMkLst>
            <pc:docMk/>
            <pc:sldMk cId="2069962884" sldId="317"/>
            <ac:spMk id="28" creationId="{AB231942-051A-09F9-7C0A-15D0A1B0353D}"/>
          </ac:spMkLst>
        </pc:spChg>
        <pc:spChg chg="add mod">
          <ac:chgData name="Tanmay Samak" userId="20166025-7f22-4346-9b98-ec55ab787a06" providerId="ADAL" clId="{80E0E721-19AE-46BB-B38B-5DE6E6D52B1B}" dt="2023-08-21T00:14:29.935" v="9699" actId="14100"/>
          <ac:spMkLst>
            <pc:docMk/>
            <pc:sldMk cId="2069962884" sldId="317"/>
            <ac:spMk id="29" creationId="{29434833-724C-48CB-66B4-EF60D3238B7F}"/>
          </ac:spMkLst>
        </pc:spChg>
        <pc:graphicFrameChg chg="add del mod">
          <ac:chgData name="Tanmay Samak" userId="20166025-7f22-4346-9b98-ec55ab787a06" providerId="ADAL" clId="{80E0E721-19AE-46BB-B38B-5DE6E6D52B1B}" dt="2023-08-14T13:26:45.046" v="6603"/>
          <ac:graphicFrameMkLst>
            <pc:docMk/>
            <pc:sldMk cId="2069962884" sldId="317"/>
            <ac:graphicFrameMk id="6" creationId="{35C22CD9-7D20-902A-F097-434B3315F196}"/>
          </ac:graphicFrameMkLst>
        </pc:graphicFrameChg>
        <pc:picChg chg="add mod">
          <ac:chgData name="Tanmay Samak" userId="20166025-7f22-4346-9b98-ec55ab787a06" providerId="ADAL" clId="{80E0E721-19AE-46BB-B38B-5DE6E6D52B1B}" dt="2023-08-14T13:42:17.260" v="6871" actId="1076"/>
          <ac:picMkLst>
            <pc:docMk/>
            <pc:sldMk cId="2069962884" sldId="317"/>
            <ac:picMk id="20" creationId="{148E4D75-AD12-0C60-C417-B858252B9DA9}"/>
          </ac:picMkLst>
        </pc:picChg>
        <pc:picChg chg="add mod">
          <ac:chgData name="Tanmay Samak" userId="20166025-7f22-4346-9b98-ec55ab787a06" providerId="ADAL" clId="{80E0E721-19AE-46BB-B38B-5DE6E6D52B1B}" dt="2023-08-14T13:42:06.365" v="6869" actId="1076"/>
          <ac:picMkLst>
            <pc:docMk/>
            <pc:sldMk cId="2069962884" sldId="317"/>
            <ac:picMk id="25" creationId="{FA076E31-3625-8094-ECA9-DB4E1B142CAC}"/>
          </ac:picMkLst>
        </pc:picChg>
        <pc:picChg chg="add del mod">
          <ac:chgData name="Tanmay Samak" userId="20166025-7f22-4346-9b98-ec55ab787a06" providerId="ADAL" clId="{80E0E721-19AE-46BB-B38B-5DE6E6D52B1B}" dt="2023-08-14T13:42:25.749" v="6872" actId="478"/>
          <ac:picMkLst>
            <pc:docMk/>
            <pc:sldMk cId="2069962884" sldId="317"/>
            <ac:picMk id="26" creationId="{86303493-FF3C-2003-9B20-E76AADF418DD}"/>
          </ac:picMkLst>
        </pc:picChg>
        <pc:picChg chg="add del mod">
          <ac:chgData name="Tanmay Samak" userId="20166025-7f22-4346-9b98-ec55ab787a06" providerId="ADAL" clId="{80E0E721-19AE-46BB-B38B-5DE6E6D52B1B}" dt="2023-08-14T13:40:16.207" v="6825" actId="478"/>
          <ac:picMkLst>
            <pc:docMk/>
            <pc:sldMk cId="2069962884" sldId="317"/>
            <ac:picMk id="1026" creationId="{C1ACCB50-023B-974D-4293-7BDC2C5DD668}"/>
          </ac:picMkLst>
        </pc:picChg>
        <pc:picChg chg="del">
          <ac:chgData name="Tanmay Samak" userId="20166025-7f22-4346-9b98-ec55ab787a06" providerId="ADAL" clId="{80E0E721-19AE-46BB-B38B-5DE6E6D52B1B}" dt="2023-08-07T15:49:51.042" v="181" actId="478"/>
          <ac:picMkLst>
            <pc:docMk/>
            <pc:sldMk cId="2069962884" sldId="317"/>
            <ac:picMk id="4098" creationId="{17AA5AE9-EB27-F17D-263F-84595C831B0B}"/>
          </ac:picMkLst>
        </pc:picChg>
      </pc:sldChg>
      <pc:sldChg chg="modSp add mod modShow">
        <pc:chgData name="Tanmay Samak" userId="20166025-7f22-4346-9b98-ec55ab787a06" providerId="ADAL" clId="{80E0E721-19AE-46BB-B38B-5DE6E6D52B1B}" dt="2023-08-21T00:17:20.494" v="9748" actId="207"/>
        <pc:sldMkLst>
          <pc:docMk/>
          <pc:sldMk cId="2134771451" sldId="318"/>
        </pc:sldMkLst>
        <pc:spChg chg="mod">
          <ac:chgData name="Tanmay Samak" userId="20166025-7f22-4346-9b98-ec55ab787a06" providerId="ADAL" clId="{80E0E721-19AE-46BB-B38B-5DE6E6D52B1B}" dt="2023-08-07T19:08:29.430" v="1644" actId="20577"/>
          <ac:spMkLst>
            <pc:docMk/>
            <pc:sldMk cId="2134771451" sldId="318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1T00:17:20.494" v="9748" actId="207"/>
          <ac:spMkLst>
            <pc:docMk/>
            <pc:sldMk cId="2134771451" sldId="318"/>
            <ac:spMk id="3" creationId="{20FEE75E-4191-DF81-29B1-94AD70DB3537}"/>
          </ac:spMkLst>
        </pc:spChg>
      </pc:sldChg>
      <pc:sldChg chg="modSp add mod modShow">
        <pc:chgData name="Tanmay Samak" userId="20166025-7f22-4346-9b98-ec55ab787a06" providerId="ADAL" clId="{80E0E721-19AE-46BB-B38B-5DE6E6D52B1B}" dt="2023-08-21T00:17:39.091" v="9760" actId="207"/>
        <pc:sldMkLst>
          <pc:docMk/>
          <pc:sldMk cId="2970237527" sldId="319"/>
        </pc:sldMkLst>
        <pc:spChg chg="mod">
          <ac:chgData name="Tanmay Samak" userId="20166025-7f22-4346-9b98-ec55ab787a06" providerId="ADAL" clId="{80E0E721-19AE-46BB-B38B-5DE6E6D52B1B}" dt="2023-08-07T19:09:09.218" v="1682" actId="20577"/>
          <ac:spMkLst>
            <pc:docMk/>
            <pc:sldMk cId="2970237527" sldId="319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1T00:17:39.091" v="9760" actId="207"/>
          <ac:spMkLst>
            <pc:docMk/>
            <pc:sldMk cId="2970237527" sldId="319"/>
            <ac:spMk id="3" creationId="{20FEE75E-4191-DF81-29B1-94AD70DB3537}"/>
          </ac:spMkLst>
        </pc:spChg>
      </pc:sldChg>
      <pc:sldChg chg="modSp add mod modShow">
        <pc:chgData name="Tanmay Samak" userId="20166025-7f22-4346-9b98-ec55ab787a06" providerId="ADAL" clId="{80E0E721-19AE-46BB-B38B-5DE6E6D52B1B}" dt="2023-08-21T00:17:45.578" v="9766" actId="207"/>
        <pc:sldMkLst>
          <pc:docMk/>
          <pc:sldMk cId="148757404" sldId="320"/>
        </pc:sldMkLst>
        <pc:spChg chg="mod">
          <ac:chgData name="Tanmay Samak" userId="20166025-7f22-4346-9b98-ec55ab787a06" providerId="ADAL" clId="{80E0E721-19AE-46BB-B38B-5DE6E6D52B1B}" dt="2023-08-07T19:09:17.380" v="1701" actId="20577"/>
          <ac:spMkLst>
            <pc:docMk/>
            <pc:sldMk cId="148757404" sldId="320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1T00:17:45.578" v="9766" actId="207"/>
          <ac:spMkLst>
            <pc:docMk/>
            <pc:sldMk cId="148757404" sldId="320"/>
            <ac:spMk id="3" creationId="{20FEE75E-4191-DF81-29B1-94AD70DB3537}"/>
          </ac:spMkLst>
        </pc:spChg>
      </pc:sldChg>
      <pc:sldChg chg="modSp add del mod">
        <pc:chgData name="Tanmay Samak" userId="20166025-7f22-4346-9b98-ec55ab787a06" providerId="ADAL" clId="{80E0E721-19AE-46BB-B38B-5DE6E6D52B1B}" dt="2023-08-07T16:18:42.985" v="1002" actId="47"/>
        <pc:sldMkLst>
          <pc:docMk/>
          <pc:sldMk cId="3905756758" sldId="321"/>
        </pc:sldMkLst>
        <pc:spChg chg="mod">
          <ac:chgData name="Tanmay Samak" userId="20166025-7f22-4346-9b98-ec55ab787a06" providerId="ADAL" clId="{80E0E721-19AE-46BB-B38B-5DE6E6D52B1B}" dt="2023-08-07T16:18:30.116" v="1001" actId="20577"/>
          <ac:spMkLst>
            <pc:docMk/>
            <pc:sldMk cId="3905756758" sldId="321"/>
            <ac:spMk id="3" creationId="{20FEE75E-4191-DF81-29B1-94AD70DB3537}"/>
          </ac:spMkLst>
        </pc:spChg>
      </pc:sldChg>
      <pc:sldChg chg="add del">
        <pc:chgData name="Tanmay Samak" userId="20166025-7f22-4346-9b98-ec55ab787a06" providerId="ADAL" clId="{80E0E721-19AE-46BB-B38B-5DE6E6D52B1B}" dt="2023-08-07T16:18:44.104" v="1003" actId="47"/>
        <pc:sldMkLst>
          <pc:docMk/>
          <pc:sldMk cId="2232518438" sldId="322"/>
        </pc:sldMkLst>
      </pc:sldChg>
      <pc:sldChg chg="addSp delSp modSp add mod">
        <pc:chgData name="Tanmay Samak" userId="20166025-7f22-4346-9b98-ec55ab787a06" providerId="ADAL" clId="{80E0E721-19AE-46BB-B38B-5DE6E6D52B1B}" dt="2023-08-21T01:12:32.584" v="10023"/>
        <pc:sldMkLst>
          <pc:docMk/>
          <pc:sldMk cId="3559980801" sldId="323"/>
        </pc:sldMkLst>
        <pc:spChg chg="mod">
          <ac:chgData name="Tanmay Samak" userId="20166025-7f22-4346-9b98-ec55ab787a06" providerId="ADAL" clId="{80E0E721-19AE-46BB-B38B-5DE6E6D52B1B}" dt="2023-08-18T15:32:24.552" v="8484" actId="20577"/>
          <ac:spMkLst>
            <pc:docMk/>
            <pc:sldMk cId="3559980801" sldId="323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1T01:12:32.584" v="10023"/>
          <ac:spMkLst>
            <pc:docMk/>
            <pc:sldMk cId="3559980801" sldId="323"/>
            <ac:spMk id="3" creationId="{20FEE75E-4191-DF81-29B1-94AD70DB3537}"/>
          </ac:spMkLst>
        </pc:spChg>
        <pc:spChg chg="add mod">
          <ac:chgData name="Tanmay Samak" userId="20166025-7f22-4346-9b98-ec55ab787a06" providerId="ADAL" clId="{80E0E721-19AE-46BB-B38B-5DE6E6D52B1B}" dt="2023-08-20T23:59:08.113" v="9563" actId="20577"/>
          <ac:spMkLst>
            <pc:docMk/>
            <pc:sldMk cId="3559980801" sldId="323"/>
            <ac:spMk id="20" creationId="{DD79E656-4F4D-8BCB-AB8E-8940BD0D5496}"/>
          </ac:spMkLst>
        </pc:spChg>
        <pc:spChg chg="add del mod">
          <ac:chgData name="Tanmay Samak" userId="20166025-7f22-4346-9b98-ec55ab787a06" providerId="ADAL" clId="{80E0E721-19AE-46BB-B38B-5DE6E6D52B1B}" dt="2023-08-07T16:57:07.051" v="1374" actId="478"/>
          <ac:spMkLst>
            <pc:docMk/>
            <pc:sldMk cId="3559980801" sldId="323"/>
            <ac:spMk id="20" creationId="{F3CD1773-3A53-22DB-98C3-526AA29E5E30}"/>
          </ac:spMkLst>
        </pc:spChg>
        <pc:spChg chg="add mod">
          <ac:chgData name="Tanmay Samak" userId="20166025-7f22-4346-9b98-ec55ab787a06" providerId="ADAL" clId="{80E0E721-19AE-46BB-B38B-5DE6E6D52B1B}" dt="2023-08-20T23:59:10.745" v="9565" actId="20577"/>
          <ac:spMkLst>
            <pc:docMk/>
            <pc:sldMk cId="3559980801" sldId="323"/>
            <ac:spMk id="21" creationId="{7E97462A-D7C3-19A4-FC86-A8816EB3F165}"/>
          </ac:spMkLst>
        </pc:spChg>
        <pc:spChg chg="add mod">
          <ac:chgData name="Tanmay Samak" userId="20166025-7f22-4346-9b98-ec55ab787a06" providerId="ADAL" clId="{80E0E721-19AE-46BB-B38B-5DE6E6D52B1B}" dt="2023-08-21T00:14:38.408" v="9700" actId="14100"/>
          <ac:spMkLst>
            <pc:docMk/>
            <pc:sldMk cId="3559980801" sldId="323"/>
            <ac:spMk id="23" creationId="{E02F7E03-1D20-BACE-1CE1-2084B7C65334}"/>
          </ac:spMkLst>
        </pc:spChg>
        <pc:picChg chg="add del mod">
          <ac:chgData name="Tanmay Samak" userId="20166025-7f22-4346-9b98-ec55ab787a06" providerId="ADAL" clId="{80E0E721-19AE-46BB-B38B-5DE6E6D52B1B}" dt="2023-08-07T16:57:05.528" v="1373" actId="478"/>
          <ac:picMkLst>
            <pc:docMk/>
            <pc:sldMk cId="3559980801" sldId="323"/>
            <ac:picMk id="6" creationId="{52CEBC0D-A7B7-DB8B-CB44-A9AE0882EDA7}"/>
          </ac:picMkLst>
        </pc:picChg>
        <pc:picChg chg="add mod">
          <ac:chgData name="Tanmay Samak" userId="20166025-7f22-4346-9b98-ec55ab787a06" providerId="ADAL" clId="{80E0E721-19AE-46BB-B38B-5DE6E6D52B1B}" dt="2023-08-14T13:42:43.075" v="6874"/>
          <ac:picMkLst>
            <pc:docMk/>
            <pc:sldMk cId="3559980801" sldId="323"/>
            <ac:picMk id="6" creationId="{9C9776AF-4011-0BCE-7282-57CBE6EAF7D7}"/>
          </ac:picMkLst>
        </pc:picChg>
        <pc:picChg chg="add mod">
          <ac:chgData name="Tanmay Samak" userId="20166025-7f22-4346-9b98-ec55ab787a06" providerId="ADAL" clId="{80E0E721-19AE-46BB-B38B-5DE6E6D52B1B}" dt="2023-08-14T13:42:43.075" v="6874"/>
          <ac:picMkLst>
            <pc:docMk/>
            <pc:sldMk cId="3559980801" sldId="323"/>
            <ac:picMk id="22" creationId="{061B5234-EF62-987F-BE06-BEB9CD4C6349}"/>
          </ac:picMkLst>
        </pc:picChg>
      </pc:sldChg>
      <pc:sldChg chg="modSp add mod modShow">
        <pc:chgData name="Tanmay Samak" userId="20166025-7f22-4346-9b98-ec55ab787a06" providerId="ADAL" clId="{80E0E721-19AE-46BB-B38B-5DE6E6D52B1B}" dt="2023-08-21T00:17:30.265" v="9754" actId="207"/>
        <pc:sldMkLst>
          <pc:docMk/>
          <pc:sldMk cId="3356325353" sldId="324"/>
        </pc:sldMkLst>
        <pc:spChg chg="mod">
          <ac:chgData name="Tanmay Samak" userId="20166025-7f22-4346-9b98-ec55ab787a06" providerId="ADAL" clId="{80E0E721-19AE-46BB-B38B-5DE6E6D52B1B}" dt="2023-08-07T19:08:59.825" v="1666" actId="20577"/>
          <ac:spMkLst>
            <pc:docMk/>
            <pc:sldMk cId="3356325353" sldId="324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1T00:17:30.265" v="9754" actId="207"/>
          <ac:spMkLst>
            <pc:docMk/>
            <pc:sldMk cId="3356325353" sldId="324"/>
            <ac:spMk id="3" creationId="{20FEE75E-4191-DF81-29B1-94AD70DB3537}"/>
          </ac:spMkLst>
        </pc:spChg>
      </pc:sldChg>
      <pc:sldChg chg="modSp add mod modShow">
        <pc:chgData name="Tanmay Samak" userId="20166025-7f22-4346-9b98-ec55ab787a06" providerId="ADAL" clId="{80E0E721-19AE-46BB-B38B-5DE6E6D52B1B}" dt="2023-08-21T00:17:52.448" v="9772" actId="207"/>
        <pc:sldMkLst>
          <pc:docMk/>
          <pc:sldMk cId="2170400382" sldId="325"/>
        </pc:sldMkLst>
        <pc:spChg chg="mod">
          <ac:chgData name="Tanmay Samak" userId="20166025-7f22-4346-9b98-ec55ab787a06" providerId="ADAL" clId="{80E0E721-19AE-46BB-B38B-5DE6E6D52B1B}" dt="2023-08-07T19:09:27.012" v="1725" actId="20577"/>
          <ac:spMkLst>
            <pc:docMk/>
            <pc:sldMk cId="2170400382" sldId="325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1T00:17:52.448" v="9772" actId="207"/>
          <ac:spMkLst>
            <pc:docMk/>
            <pc:sldMk cId="2170400382" sldId="325"/>
            <ac:spMk id="3" creationId="{20FEE75E-4191-DF81-29B1-94AD70DB3537}"/>
          </ac:spMkLst>
        </pc:spChg>
      </pc:sldChg>
      <pc:sldChg chg="addSp modSp add mod modNotesTx">
        <pc:chgData name="Tanmay Samak" userId="20166025-7f22-4346-9b98-ec55ab787a06" providerId="ADAL" clId="{80E0E721-19AE-46BB-B38B-5DE6E6D52B1B}" dt="2023-08-27T20:42:58.871" v="16415" actId="20577"/>
        <pc:sldMkLst>
          <pc:docMk/>
          <pc:sldMk cId="2553657595" sldId="326"/>
        </pc:sldMkLst>
        <pc:spChg chg="mod">
          <ac:chgData name="Tanmay Samak" userId="20166025-7f22-4346-9b98-ec55ab787a06" providerId="ADAL" clId="{80E0E721-19AE-46BB-B38B-5DE6E6D52B1B}" dt="2023-08-18T15:33:36.237" v="8518"/>
          <ac:spMkLst>
            <pc:docMk/>
            <pc:sldMk cId="2553657595" sldId="326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1T01:04:37.657" v="9964" actId="20577"/>
          <ac:spMkLst>
            <pc:docMk/>
            <pc:sldMk cId="2553657595" sldId="326"/>
            <ac:spMk id="3" creationId="{20FEE75E-4191-DF81-29B1-94AD70DB3537}"/>
          </ac:spMkLst>
        </pc:spChg>
        <pc:spChg chg="mod">
          <ac:chgData name="Tanmay Samak" userId="20166025-7f22-4346-9b98-ec55ab787a06" providerId="ADAL" clId="{80E0E721-19AE-46BB-B38B-5DE6E6D52B1B}" dt="2023-08-21T01:18:22.979" v="10074" actId="20577"/>
          <ac:spMkLst>
            <pc:docMk/>
            <pc:sldMk cId="2553657595" sldId="326"/>
            <ac:spMk id="20" creationId="{F3CD1773-3A53-22DB-98C3-526AA29E5E30}"/>
          </ac:spMkLst>
        </pc:spChg>
        <pc:spChg chg="add mod">
          <ac:chgData name="Tanmay Samak" userId="20166025-7f22-4346-9b98-ec55ab787a06" providerId="ADAL" clId="{80E0E721-19AE-46BB-B38B-5DE6E6D52B1B}" dt="2023-08-21T01:18:26.044" v="10076" actId="20577"/>
          <ac:spMkLst>
            <pc:docMk/>
            <pc:sldMk cId="2553657595" sldId="326"/>
            <ac:spMk id="21" creationId="{5363E3EC-E048-DA82-195A-0A4E1C2CB867}"/>
          </ac:spMkLst>
        </pc:spChg>
        <pc:spChg chg="add mod">
          <ac:chgData name="Tanmay Samak" userId="20166025-7f22-4346-9b98-ec55ab787a06" providerId="ADAL" clId="{80E0E721-19AE-46BB-B38B-5DE6E6D52B1B}" dt="2023-08-25T01:49:21.265" v="15243" actId="1037"/>
          <ac:spMkLst>
            <pc:docMk/>
            <pc:sldMk cId="2553657595" sldId="326"/>
            <ac:spMk id="22" creationId="{99B161A7-51C6-F831-4EFD-B1230B7BED21}"/>
          </ac:spMkLst>
        </pc:spChg>
        <pc:graphicFrameChg chg="add mod">
          <ac:chgData name="Tanmay Samak" userId="20166025-7f22-4346-9b98-ec55ab787a06" providerId="ADAL" clId="{80E0E721-19AE-46BB-B38B-5DE6E6D52B1B}" dt="2023-08-25T01:49:21.265" v="15243" actId="1037"/>
          <ac:graphicFrameMkLst>
            <pc:docMk/>
            <pc:sldMk cId="2553657595" sldId="326"/>
            <ac:graphicFrameMk id="24" creationId="{16FE1BC5-F775-71D3-377F-A5A783C1F9DE}"/>
          </ac:graphicFrameMkLst>
        </pc:graphicFrameChg>
        <pc:picChg chg="mod">
          <ac:chgData name="Tanmay Samak" userId="20166025-7f22-4346-9b98-ec55ab787a06" providerId="ADAL" clId="{80E0E721-19AE-46BB-B38B-5DE6E6D52B1B}" dt="2023-08-14T14:22:55.275" v="7188" actId="1036"/>
          <ac:picMkLst>
            <pc:docMk/>
            <pc:sldMk cId="2553657595" sldId="326"/>
            <ac:picMk id="6" creationId="{52CEBC0D-A7B7-DB8B-CB44-A9AE0882EDA7}"/>
          </ac:picMkLst>
        </pc:picChg>
      </pc:sldChg>
      <pc:sldChg chg="addSp delSp modSp add mod ord modNotesTx">
        <pc:chgData name="Tanmay Samak" userId="20166025-7f22-4346-9b98-ec55ab787a06" providerId="ADAL" clId="{80E0E721-19AE-46BB-B38B-5DE6E6D52B1B}" dt="2023-08-27T20:42:58.363" v="16414" actId="20577"/>
        <pc:sldMkLst>
          <pc:docMk/>
          <pc:sldMk cId="2248434406" sldId="327"/>
        </pc:sldMkLst>
        <pc:spChg chg="mod">
          <ac:chgData name="Tanmay Samak" userId="20166025-7f22-4346-9b98-ec55ab787a06" providerId="ADAL" clId="{80E0E721-19AE-46BB-B38B-5DE6E6D52B1B}" dt="2023-08-18T15:33:40.013" v="8520"/>
          <ac:spMkLst>
            <pc:docMk/>
            <pc:sldMk cId="2248434406" sldId="327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1T01:03:13.602" v="9962" actId="20577"/>
          <ac:spMkLst>
            <pc:docMk/>
            <pc:sldMk cId="2248434406" sldId="327"/>
            <ac:spMk id="3" creationId="{20FEE75E-4191-DF81-29B1-94AD70DB3537}"/>
          </ac:spMkLst>
        </pc:spChg>
        <pc:spChg chg="add del mod">
          <ac:chgData name="Tanmay Samak" userId="20166025-7f22-4346-9b98-ec55ab787a06" providerId="ADAL" clId="{80E0E721-19AE-46BB-B38B-5DE6E6D52B1B}" dt="2023-08-07T16:58:41.906" v="1438" actId="478"/>
          <ac:spMkLst>
            <pc:docMk/>
            <pc:sldMk cId="2248434406" sldId="327"/>
            <ac:spMk id="20" creationId="{C09A7C94-D3FA-D5D4-A9A5-D27F55726546}"/>
          </ac:spMkLst>
        </pc:spChg>
        <pc:spChg chg="add mod">
          <ac:chgData name="Tanmay Samak" userId="20166025-7f22-4346-9b98-ec55ab787a06" providerId="ADAL" clId="{80E0E721-19AE-46BB-B38B-5DE6E6D52B1B}" dt="2023-08-21T01:18:31.799" v="10080" actId="20577"/>
          <ac:spMkLst>
            <pc:docMk/>
            <pc:sldMk cId="2248434406" sldId="327"/>
            <ac:spMk id="20" creationId="{EB540CC9-FD00-BF42-7359-48417E569208}"/>
          </ac:spMkLst>
        </pc:spChg>
        <pc:spChg chg="add mod">
          <ac:chgData name="Tanmay Samak" userId="20166025-7f22-4346-9b98-ec55ab787a06" providerId="ADAL" clId="{80E0E721-19AE-46BB-B38B-5DE6E6D52B1B}" dt="2023-08-21T01:18:29.850" v="10078" actId="20577"/>
          <ac:spMkLst>
            <pc:docMk/>
            <pc:sldMk cId="2248434406" sldId="327"/>
            <ac:spMk id="21" creationId="{83370B2A-E49A-1422-7C35-DF9CA9202499}"/>
          </ac:spMkLst>
        </pc:spChg>
        <pc:picChg chg="add mod">
          <ac:chgData name="Tanmay Samak" userId="20166025-7f22-4346-9b98-ec55ab787a06" providerId="ADAL" clId="{80E0E721-19AE-46BB-B38B-5DE6E6D52B1B}" dt="2023-08-21T01:06:58.627" v="9972" actId="1076"/>
          <ac:picMkLst>
            <pc:docMk/>
            <pc:sldMk cId="2248434406" sldId="327"/>
            <ac:picMk id="6" creationId="{72655F2B-76D6-F701-AF64-1D0C653854E4}"/>
          </ac:picMkLst>
        </pc:picChg>
      </pc:sldChg>
      <pc:sldChg chg="add del">
        <pc:chgData name="Tanmay Samak" userId="20166025-7f22-4346-9b98-ec55ab787a06" providerId="ADAL" clId="{80E0E721-19AE-46BB-B38B-5DE6E6D52B1B}" dt="2023-08-07T16:57:25.816" v="1379" actId="47"/>
        <pc:sldMkLst>
          <pc:docMk/>
          <pc:sldMk cId="4057331038" sldId="327"/>
        </pc:sldMkLst>
      </pc:sldChg>
      <pc:sldChg chg="addSp delSp modSp add mod ord modNotesTx">
        <pc:chgData name="Tanmay Samak" userId="20166025-7f22-4346-9b98-ec55ab787a06" providerId="ADAL" clId="{80E0E721-19AE-46BB-B38B-5DE6E6D52B1B}" dt="2023-08-21T01:33:26.323" v="10161" actId="20577"/>
        <pc:sldMkLst>
          <pc:docMk/>
          <pc:sldMk cId="2375065143" sldId="328"/>
        </pc:sldMkLst>
        <pc:spChg chg="mod">
          <ac:chgData name="Tanmay Samak" userId="20166025-7f22-4346-9b98-ec55ab787a06" providerId="ADAL" clId="{80E0E721-19AE-46BB-B38B-5DE6E6D52B1B}" dt="2023-08-18T15:33:44.281" v="8522"/>
          <ac:spMkLst>
            <pc:docMk/>
            <pc:sldMk cId="2375065143" sldId="328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1T01:04:44.333" v="9966"/>
          <ac:spMkLst>
            <pc:docMk/>
            <pc:sldMk cId="2375065143" sldId="328"/>
            <ac:spMk id="3" creationId="{20FEE75E-4191-DF81-29B1-94AD70DB3537}"/>
          </ac:spMkLst>
        </pc:spChg>
        <pc:spChg chg="add del mod">
          <ac:chgData name="Tanmay Samak" userId="20166025-7f22-4346-9b98-ec55ab787a06" providerId="ADAL" clId="{80E0E721-19AE-46BB-B38B-5DE6E6D52B1B}" dt="2023-08-07T17:00:51.255" v="1471" actId="478"/>
          <ac:spMkLst>
            <pc:docMk/>
            <pc:sldMk cId="2375065143" sldId="328"/>
            <ac:spMk id="20" creationId="{39C83F1D-F36E-61E4-B024-833D6CE7EAC6}"/>
          </ac:spMkLst>
        </pc:spChg>
        <pc:spChg chg="add mod">
          <ac:chgData name="Tanmay Samak" userId="20166025-7f22-4346-9b98-ec55ab787a06" providerId="ADAL" clId="{80E0E721-19AE-46BB-B38B-5DE6E6D52B1B}" dt="2023-08-21T01:18:36.883" v="10084" actId="20577"/>
          <ac:spMkLst>
            <pc:docMk/>
            <pc:sldMk cId="2375065143" sldId="328"/>
            <ac:spMk id="20" creationId="{CCC9CDCA-5DA8-EE49-5259-650793B37041}"/>
          </ac:spMkLst>
        </pc:spChg>
        <pc:spChg chg="add mod">
          <ac:chgData name="Tanmay Samak" userId="20166025-7f22-4346-9b98-ec55ab787a06" providerId="ADAL" clId="{80E0E721-19AE-46BB-B38B-5DE6E6D52B1B}" dt="2023-08-21T01:33:26.323" v="10161" actId="20577"/>
          <ac:spMkLst>
            <pc:docMk/>
            <pc:sldMk cId="2375065143" sldId="328"/>
            <ac:spMk id="21" creationId="{289B1C04-BB9C-F4C7-FC22-7C55EE41954D}"/>
          </ac:spMkLst>
        </pc:spChg>
        <pc:picChg chg="add mod">
          <ac:chgData name="Tanmay Samak" userId="20166025-7f22-4346-9b98-ec55ab787a06" providerId="ADAL" clId="{80E0E721-19AE-46BB-B38B-5DE6E6D52B1B}" dt="2023-08-14T14:23:01.582" v="7203" actId="1035"/>
          <ac:picMkLst>
            <pc:docMk/>
            <pc:sldMk cId="2375065143" sldId="328"/>
            <ac:picMk id="6" creationId="{F9023EC0-F6C8-D88F-FF67-0A007CF3D4AF}"/>
          </ac:picMkLst>
        </pc:picChg>
      </pc:sldChg>
      <pc:sldChg chg="modSp add del mod">
        <pc:chgData name="Tanmay Samak" userId="20166025-7f22-4346-9b98-ec55ab787a06" providerId="ADAL" clId="{80E0E721-19AE-46BB-B38B-5DE6E6D52B1B}" dt="2023-08-07T16:57:26.516" v="1380" actId="47"/>
        <pc:sldMkLst>
          <pc:docMk/>
          <pc:sldMk cId="2825441709" sldId="328"/>
        </pc:sldMkLst>
        <pc:spChg chg="mod">
          <ac:chgData name="Tanmay Samak" userId="20166025-7f22-4346-9b98-ec55ab787a06" providerId="ADAL" clId="{80E0E721-19AE-46BB-B38B-5DE6E6D52B1B}" dt="2023-08-07T16:56:50.619" v="1366" actId="20577"/>
          <ac:spMkLst>
            <pc:docMk/>
            <pc:sldMk cId="2825441709" sldId="328"/>
            <ac:spMk id="3" creationId="{20FEE75E-4191-DF81-29B1-94AD70DB3537}"/>
          </ac:spMkLst>
        </pc:spChg>
      </pc:sldChg>
      <pc:sldChg chg="addSp delSp modSp add del mod ord modNotesTx">
        <pc:chgData name="Tanmay Samak" userId="20166025-7f22-4346-9b98-ec55ab787a06" providerId="ADAL" clId="{80E0E721-19AE-46BB-B38B-5DE6E6D52B1B}" dt="2023-08-21T01:33:11.195" v="10148" actId="47"/>
        <pc:sldMkLst>
          <pc:docMk/>
          <pc:sldMk cId="4005363589" sldId="329"/>
        </pc:sldMkLst>
        <pc:spChg chg="mod">
          <ac:chgData name="Tanmay Samak" userId="20166025-7f22-4346-9b98-ec55ab787a06" providerId="ADAL" clId="{80E0E721-19AE-46BB-B38B-5DE6E6D52B1B}" dt="2023-08-18T15:33:48.227" v="8524"/>
          <ac:spMkLst>
            <pc:docMk/>
            <pc:sldMk cId="4005363589" sldId="329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1T01:04:47.014" v="9968"/>
          <ac:spMkLst>
            <pc:docMk/>
            <pc:sldMk cId="4005363589" sldId="329"/>
            <ac:spMk id="3" creationId="{20FEE75E-4191-DF81-29B1-94AD70DB3537}"/>
          </ac:spMkLst>
        </pc:spChg>
        <pc:spChg chg="add del mod">
          <ac:chgData name="Tanmay Samak" userId="20166025-7f22-4346-9b98-ec55ab787a06" providerId="ADAL" clId="{80E0E721-19AE-46BB-B38B-5DE6E6D52B1B}" dt="2023-08-07T17:00:33.584" v="1465"/>
          <ac:spMkLst>
            <pc:docMk/>
            <pc:sldMk cId="4005363589" sldId="329"/>
            <ac:spMk id="6" creationId="{21BA2BC2-D3A7-A4FC-CB5C-37565F3AE516}"/>
          </ac:spMkLst>
        </pc:spChg>
        <pc:spChg chg="add mod">
          <ac:chgData name="Tanmay Samak" userId="20166025-7f22-4346-9b98-ec55ab787a06" providerId="ADAL" clId="{80E0E721-19AE-46BB-B38B-5DE6E6D52B1B}" dt="2023-08-21T01:18:42.921" v="10090" actId="20577"/>
          <ac:spMkLst>
            <pc:docMk/>
            <pc:sldMk cId="4005363589" sldId="329"/>
            <ac:spMk id="6" creationId="{56C867CC-F971-372C-EF8B-6B6078F68C06}"/>
          </ac:spMkLst>
        </pc:spChg>
        <pc:spChg chg="add del mod">
          <ac:chgData name="Tanmay Samak" userId="20166025-7f22-4346-9b98-ec55ab787a06" providerId="ADAL" clId="{80E0E721-19AE-46BB-B38B-5DE6E6D52B1B}" dt="2023-08-07T17:02:20.805" v="1538" actId="478"/>
          <ac:spMkLst>
            <pc:docMk/>
            <pc:sldMk cId="4005363589" sldId="329"/>
            <ac:spMk id="21" creationId="{5436D00D-58A1-FA93-E906-ED408153BAF0}"/>
          </ac:spMkLst>
        </pc:spChg>
        <pc:spChg chg="add mod">
          <ac:chgData name="Tanmay Samak" userId="20166025-7f22-4346-9b98-ec55ab787a06" providerId="ADAL" clId="{80E0E721-19AE-46BB-B38B-5DE6E6D52B1B}" dt="2023-08-21T01:18:40.460" v="10088" actId="20577"/>
          <ac:spMkLst>
            <pc:docMk/>
            <pc:sldMk cId="4005363589" sldId="329"/>
            <ac:spMk id="22" creationId="{B6202B72-0070-4511-837A-BB8D09DD7170}"/>
          </ac:spMkLst>
        </pc:spChg>
        <pc:picChg chg="add mod">
          <ac:chgData name="Tanmay Samak" userId="20166025-7f22-4346-9b98-ec55ab787a06" providerId="ADAL" clId="{80E0E721-19AE-46BB-B38B-5DE6E6D52B1B}" dt="2023-08-14T14:23:07.735" v="7218" actId="1035"/>
          <ac:picMkLst>
            <pc:docMk/>
            <pc:sldMk cId="4005363589" sldId="329"/>
            <ac:picMk id="20" creationId="{44646DD2-6057-289B-54F4-B354D7371241}"/>
          </ac:picMkLst>
        </pc:picChg>
      </pc:sldChg>
      <pc:sldChg chg="addSp delSp modSp add mod modAnim">
        <pc:chgData name="Tanmay Samak" userId="20166025-7f22-4346-9b98-ec55ab787a06" providerId="ADAL" clId="{80E0E721-19AE-46BB-B38B-5DE6E6D52B1B}" dt="2023-08-14T14:11:24.634" v="7070" actId="121"/>
        <pc:sldMkLst>
          <pc:docMk/>
          <pc:sldMk cId="3150951994" sldId="330"/>
        </pc:sldMkLst>
        <pc:spChg chg="mod">
          <ac:chgData name="Tanmay Samak" userId="20166025-7f22-4346-9b98-ec55ab787a06" providerId="ADAL" clId="{80E0E721-19AE-46BB-B38B-5DE6E6D52B1B}" dt="2023-08-07T18:29:54.024" v="1587" actId="207"/>
          <ac:spMkLst>
            <pc:docMk/>
            <pc:sldMk cId="3150951994" sldId="330"/>
            <ac:spMk id="3" creationId="{20FEE75E-4191-DF81-29B1-94AD70DB3537}"/>
          </ac:spMkLst>
        </pc:spChg>
        <pc:spChg chg="add del mod">
          <ac:chgData name="Tanmay Samak" userId="20166025-7f22-4346-9b98-ec55ab787a06" providerId="ADAL" clId="{80E0E721-19AE-46BB-B38B-5DE6E6D52B1B}" dt="2023-08-14T14:08:25.504" v="7036" actId="478"/>
          <ac:spMkLst>
            <pc:docMk/>
            <pc:sldMk cId="3150951994" sldId="330"/>
            <ac:spMk id="6" creationId="{6588F635-577E-0709-9615-F2B14ACE7D59}"/>
          </ac:spMkLst>
        </pc:spChg>
        <pc:spChg chg="add mod">
          <ac:chgData name="Tanmay Samak" userId="20166025-7f22-4346-9b98-ec55ab787a06" providerId="ADAL" clId="{80E0E721-19AE-46BB-B38B-5DE6E6D52B1B}" dt="2023-08-14T14:11:24.634" v="7070" actId="121"/>
          <ac:spMkLst>
            <pc:docMk/>
            <pc:sldMk cId="3150951994" sldId="330"/>
            <ac:spMk id="7" creationId="{3E2C9505-D0EF-19FA-5700-BFB635D7CD6D}"/>
          </ac:spMkLst>
        </pc:spChg>
        <pc:spChg chg="del">
          <ac:chgData name="Tanmay Samak" userId="20166025-7f22-4346-9b98-ec55ab787a06" providerId="ADAL" clId="{80E0E721-19AE-46BB-B38B-5DE6E6D52B1B}" dt="2023-08-07T18:17:01.298" v="1575" actId="478"/>
          <ac:spMkLst>
            <pc:docMk/>
            <pc:sldMk cId="3150951994" sldId="330"/>
            <ac:spMk id="14" creationId="{0FA34135-C492-C44F-0090-DE575378C104}"/>
          </ac:spMkLst>
        </pc:spChg>
        <pc:spChg chg="del">
          <ac:chgData name="Tanmay Samak" userId="20166025-7f22-4346-9b98-ec55ab787a06" providerId="ADAL" clId="{80E0E721-19AE-46BB-B38B-5DE6E6D52B1B}" dt="2023-08-07T18:17:02.424" v="1576" actId="478"/>
          <ac:spMkLst>
            <pc:docMk/>
            <pc:sldMk cId="3150951994" sldId="330"/>
            <ac:spMk id="16" creationId="{0871851D-1731-17AA-57DB-B513CD0DABCD}"/>
          </ac:spMkLst>
        </pc:spChg>
        <pc:spChg chg="del">
          <ac:chgData name="Tanmay Samak" userId="20166025-7f22-4346-9b98-ec55ab787a06" providerId="ADAL" clId="{80E0E721-19AE-46BB-B38B-5DE6E6D52B1B}" dt="2023-08-07T18:17:03.286" v="1577" actId="478"/>
          <ac:spMkLst>
            <pc:docMk/>
            <pc:sldMk cId="3150951994" sldId="330"/>
            <ac:spMk id="20" creationId="{48522ABB-CAB2-512D-66F0-47FAE71742CC}"/>
          </ac:spMkLst>
        </pc:spChg>
        <pc:spChg chg="del">
          <ac:chgData name="Tanmay Samak" userId="20166025-7f22-4346-9b98-ec55ab787a06" providerId="ADAL" clId="{80E0E721-19AE-46BB-B38B-5DE6E6D52B1B}" dt="2023-08-07T18:12:50.288" v="1574" actId="478"/>
          <ac:spMkLst>
            <pc:docMk/>
            <pc:sldMk cId="3150951994" sldId="330"/>
            <ac:spMk id="24" creationId="{BC5A17AD-7A02-49CE-A20E-E8B8FA4C0B1E}"/>
          </ac:spMkLst>
        </pc:spChg>
        <pc:spChg chg="del">
          <ac:chgData name="Tanmay Samak" userId="20166025-7f22-4346-9b98-ec55ab787a06" providerId="ADAL" clId="{80E0E721-19AE-46BB-B38B-5DE6E6D52B1B}" dt="2023-08-07T18:12:50.288" v="1574" actId="478"/>
          <ac:spMkLst>
            <pc:docMk/>
            <pc:sldMk cId="3150951994" sldId="330"/>
            <ac:spMk id="25" creationId="{6305D10E-D17B-627C-D67F-E4AE08EA308D}"/>
          </ac:spMkLst>
        </pc:spChg>
        <pc:spChg chg="del">
          <ac:chgData name="Tanmay Samak" userId="20166025-7f22-4346-9b98-ec55ab787a06" providerId="ADAL" clId="{80E0E721-19AE-46BB-B38B-5DE6E6D52B1B}" dt="2023-08-07T18:12:50.288" v="1574" actId="478"/>
          <ac:spMkLst>
            <pc:docMk/>
            <pc:sldMk cId="3150951994" sldId="330"/>
            <ac:spMk id="27" creationId="{752278C3-D5EC-8BAC-FB9C-1EA16835A79B}"/>
          </ac:spMkLst>
        </pc:spChg>
        <pc:spChg chg="del">
          <ac:chgData name="Tanmay Samak" userId="20166025-7f22-4346-9b98-ec55ab787a06" providerId="ADAL" clId="{80E0E721-19AE-46BB-B38B-5DE6E6D52B1B}" dt="2023-08-07T18:12:50.288" v="1574" actId="478"/>
          <ac:spMkLst>
            <pc:docMk/>
            <pc:sldMk cId="3150951994" sldId="330"/>
            <ac:spMk id="29" creationId="{4D45AC11-9BAE-32B2-0C25-BB35DA9B32C2}"/>
          </ac:spMkLst>
        </pc:spChg>
        <pc:spChg chg="del">
          <ac:chgData name="Tanmay Samak" userId="20166025-7f22-4346-9b98-ec55ab787a06" providerId="ADAL" clId="{80E0E721-19AE-46BB-B38B-5DE6E6D52B1B}" dt="2023-08-07T18:12:50.288" v="1574" actId="478"/>
          <ac:spMkLst>
            <pc:docMk/>
            <pc:sldMk cId="3150951994" sldId="330"/>
            <ac:spMk id="30" creationId="{DBB87AF3-7E0F-6019-58CB-EC0AA46F5479}"/>
          </ac:spMkLst>
        </pc:spChg>
        <pc:spChg chg="del">
          <ac:chgData name="Tanmay Samak" userId="20166025-7f22-4346-9b98-ec55ab787a06" providerId="ADAL" clId="{80E0E721-19AE-46BB-B38B-5DE6E6D52B1B}" dt="2023-08-07T18:12:50.288" v="1574" actId="478"/>
          <ac:spMkLst>
            <pc:docMk/>
            <pc:sldMk cId="3150951994" sldId="330"/>
            <ac:spMk id="33" creationId="{5BAAE9BE-4C90-45EF-D1BB-1AB80C1227BD}"/>
          </ac:spMkLst>
        </pc:spChg>
        <pc:picChg chg="del">
          <ac:chgData name="Tanmay Samak" userId="20166025-7f22-4346-9b98-ec55ab787a06" providerId="ADAL" clId="{80E0E721-19AE-46BB-B38B-5DE6E6D52B1B}" dt="2023-08-07T18:12:50.288" v="1574" actId="478"/>
          <ac:picMkLst>
            <pc:docMk/>
            <pc:sldMk cId="3150951994" sldId="330"/>
            <ac:picMk id="32" creationId="{9DD5FF7F-0BBC-E435-96CC-50F21A52FCF3}"/>
          </ac:picMkLst>
        </pc:picChg>
        <pc:picChg chg="del">
          <ac:chgData name="Tanmay Samak" userId="20166025-7f22-4346-9b98-ec55ab787a06" providerId="ADAL" clId="{80E0E721-19AE-46BB-B38B-5DE6E6D52B1B}" dt="2023-08-07T18:12:50.288" v="1574" actId="478"/>
          <ac:picMkLst>
            <pc:docMk/>
            <pc:sldMk cId="3150951994" sldId="330"/>
            <ac:picMk id="2066" creationId="{59E43B4F-EC1A-B690-76EF-4828853425E0}"/>
          </ac:picMkLst>
        </pc:picChg>
        <pc:picChg chg="del">
          <ac:chgData name="Tanmay Samak" userId="20166025-7f22-4346-9b98-ec55ab787a06" providerId="ADAL" clId="{80E0E721-19AE-46BB-B38B-5DE6E6D52B1B}" dt="2023-08-07T18:12:50.288" v="1574" actId="478"/>
          <ac:picMkLst>
            <pc:docMk/>
            <pc:sldMk cId="3150951994" sldId="330"/>
            <ac:picMk id="2068" creationId="{04DEC498-A455-B7BD-5D42-4F8D92E2AF26}"/>
          </ac:picMkLst>
        </pc:picChg>
      </pc:sldChg>
      <pc:sldChg chg="addSp delSp modSp add mod modAnim">
        <pc:chgData name="Tanmay Samak" userId="20166025-7f22-4346-9b98-ec55ab787a06" providerId="ADAL" clId="{80E0E721-19AE-46BB-B38B-5DE6E6D52B1B}" dt="2023-08-14T14:10:07.778" v="7059" actId="121"/>
        <pc:sldMkLst>
          <pc:docMk/>
          <pc:sldMk cId="3591610664" sldId="331"/>
        </pc:sldMkLst>
        <pc:spChg chg="mod">
          <ac:chgData name="Tanmay Samak" userId="20166025-7f22-4346-9b98-ec55ab787a06" providerId="ADAL" clId="{80E0E721-19AE-46BB-B38B-5DE6E6D52B1B}" dt="2023-08-07T18:29:59.584" v="1588" actId="207"/>
          <ac:spMkLst>
            <pc:docMk/>
            <pc:sldMk cId="3591610664" sldId="331"/>
            <ac:spMk id="3" creationId="{20FEE75E-4191-DF81-29B1-94AD70DB3537}"/>
          </ac:spMkLst>
        </pc:spChg>
        <pc:spChg chg="add del mod">
          <ac:chgData name="Tanmay Samak" userId="20166025-7f22-4346-9b98-ec55ab787a06" providerId="ADAL" clId="{80E0E721-19AE-46BB-B38B-5DE6E6D52B1B}" dt="2023-08-14T14:08:30.335" v="7038" actId="478"/>
          <ac:spMkLst>
            <pc:docMk/>
            <pc:sldMk cId="3591610664" sldId="331"/>
            <ac:spMk id="6" creationId="{0FF84D24-733D-FADC-B50C-68D1445509C5}"/>
          </ac:spMkLst>
        </pc:spChg>
        <pc:spChg chg="add mod">
          <ac:chgData name="Tanmay Samak" userId="20166025-7f22-4346-9b98-ec55ab787a06" providerId="ADAL" clId="{80E0E721-19AE-46BB-B38B-5DE6E6D52B1B}" dt="2023-08-14T14:10:07.778" v="7059" actId="121"/>
          <ac:spMkLst>
            <pc:docMk/>
            <pc:sldMk cId="3591610664" sldId="331"/>
            <ac:spMk id="7" creationId="{4D128FEB-AF56-F4BB-4858-396D2E7056D2}"/>
          </ac:spMkLst>
        </pc:spChg>
        <pc:spChg chg="del">
          <ac:chgData name="Tanmay Samak" userId="20166025-7f22-4346-9b98-ec55ab787a06" providerId="ADAL" clId="{80E0E721-19AE-46BB-B38B-5DE6E6D52B1B}" dt="2023-08-07T18:17:16.097" v="1579" actId="478"/>
          <ac:spMkLst>
            <pc:docMk/>
            <pc:sldMk cId="3591610664" sldId="331"/>
            <ac:spMk id="16" creationId="{0871851D-1731-17AA-57DB-B513CD0DABCD}"/>
          </ac:spMkLst>
        </pc:spChg>
        <pc:spChg chg="del">
          <ac:chgData name="Tanmay Samak" userId="20166025-7f22-4346-9b98-ec55ab787a06" providerId="ADAL" clId="{80E0E721-19AE-46BB-B38B-5DE6E6D52B1B}" dt="2023-08-07T18:17:16.097" v="1579" actId="478"/>
          <ac:spMkLst>
            <pc:docMk/>
            <pc:sldMk cId="3591610664" sldId="331"/>
            <ac:spMk id="20" creationId="{48522ABB-CAB2-512D-66F0-47FAE71742CC}"/>
          </ac:spMkLst>
        </pc:spChg>
        <pc:spChg chg="del">
          <ac:chgData name="Tanmay Samak" userId="20166025-7f22-4346-9b98-ec55ab787a06" providerId="ADAL" clId="{80E0E721-19AE-46BB-B38B-5DE6E6D52B1B}" dt="2023-08-07T18:17:13.485" v="1578" actId="478"/>
          <ac:spMkLst>
            <pc:docMk/>
            <pc:sldMk cId="3591610664" sldId="331"/>
            <ac:spMk id="25" creationId="{6305D10E-D17B-627C-D67F-E4AE08EA308D}"/>
          </ac:spMkLst>
        </pc:spChg>
        <pc:spChg chg="del">
          <ac:chgData name="Tanmay Samak" userId="20166025-7f22-4346-9b98-ec55ab787a06" providerId="ADAL" clId="{80E0E721-19AE-46BB-B38B-5DE6E6D52B1B}" dt="2023-08-07T18:17:13.485" v="1578" actId="478"/>
          <ac:spMkLst>
            <pc:docMk/>
            <pc:sldMk cId="3591610664" sldId="331"/>
            <ac:spMk id="27" creationId="{752278C3-D5EC-8BAC-FB9C-1EA16835A79B}"/>
          </ac:spMkLst>
        </pc:spChg>
        <pc:spChg chg="del">
          <ac:chgData name="Tanmay Samak" userId="20166025-7f22-4346-9b98-ec55ab787a06" providerId="ADAL" clId="{80E0E721-19AE-46BB-B38B-5DE6E6D52B1B}" dt="2023-08-07T18:17:13.485" v="1578" actId="478"/>
          <ac:spMkLst>
            <pc:docMk/>
            <pc:sldMk cId="3591610664" sldId="331"/>
            <ac:spMk id="30" creationId="{DBB87AF3-7E0F-6019-58CB-EC0AA46F5479}"/>
          </ac:spMkLst>
        </pc:spChg>
        <pc:spChg chg="del">
          <ac:chgData name="Tanmay Samak" userId="20166025-7f22-4346-9b98-ec55ab787a06" providerId="ADAL" clId="{80E0E721-19AE-46BB-B38B-5DE6E6D52B1B}" dt="2023-08-07T18:17:13.485" v="1578" actId="478"/>
          <ac:spMkLst>
            <pc:docMk/>
            <pc:sldMk cId="3591610664" sldId="331"/>
            <ac:spMk id="33" creationId="{5BAAE9BE-4C90-45EF-D1BB-1AB80C1227BD}"/>
          </ac:spMkLst>
        </pc:spChg>
        <pc:picChg chg="del">
          <ac:chgData name="Tanmay Samak" userId="20166025-7f22-4346-9b98-ec55ab787a06" providerId="ADAL" clId="{80E0E721-19AE-46BB-B38B-5DE6E6D52B1B}" dt="2023-08-07T18:17:13.485" v="1578" actId="478"/>
          <ac:picMkLst>
            <pc:docMk/>
            <pc:sldMk cId="3591610664" sldId="331"/>
            <ac:picMk id="32" creationId="{9DD5FF7F-0BBC-E435-96CC-50F21A52FCF3}"/>
          </ac:picMkLst>
        </pc:picChg>
        <pc:picChg chg="del">
          <ac:chgData name="Tanmay Samak" userId="20166025-7f22-4346-9b98-ec55ab787a06" providerId="ADAL" clId="{80E0E721-19AE-46BB-B38B-5DE6E6D52B1B}" dt="2023-08-07T18:17:13.485" v="1578" actId="478"/>
          <ac:picMkLst>
            <pc:docMk/>
            <pc:sldMk cId="3591610664" sldId="331"/>
            <ac:picMk id="2068" creationId="{04DEC498-A455-B7BD-5D42-4F8D92E2AF26}"/>
          </ac:picMkLst>
        </pc:picChg>
      </pc:sldChg>
      <pc:sldChg chg="addSp delSp modSp add mod delAnim">
        <pc:chgData name="Tanmay Samak" userId="20166025-7f22-4346-9b98-ec55ab787a06" providerId="ADAL" clId="{80E0E721-19AE-46BB-B38B-5DE6E6D52B1B}" dt="2023-08-14T14:11:50.062" v="7074" actId="121"/>
        <pc:sldMkLst>
          <pc:docMk/>
          <pc:sldMk cId="2888038680" sldId="332"/>
        </pc:sldMkLst>
        <pc:spChg chg="mod">
          <ac:chgData name="Tanmay Samak" userId="20166025-7f22-4346-9b98-ec55ab787a06" providerId="ADAL" clId="{80E0E721-19AE-46BB-B38B-5DE6E6D52B1B}" dt="2023-08-07T18:30:03.246" v="1589" actId="207"/>
          <ac:spMkLst>
            <pc:docMk/>
            <pc:sldMk cId="2888038680" sldId="332"/>
            <ac:spMk id="3" creationId="{20FEE75E-4191-DF81-29B1-94AD70DB3537}"/>
          </ac:spMkLst>
        </pc:spChg>
        <pc:spChg chg="add del mod">
          <ac:chgData name="Tanmay Samak" userId="20166025-7f22-4346-9b98-ec55ab787a06" providerId="ADAL" clId="{80E0E721-19AE-46BB-B38B-5DE6E6D52B1B}" dt="2023-08-14T14:08:34.238" v="7040" actId="478"/>
          <ac:spMkLst>
            <pc:docMk/>
            <pc:sldMk cId="2888038680" sldId="332"/>
            <ac:spMk id="6" creationId="{F3A301D0-135C-61A5-3C8D-D8F655BCCC07}"/>
          </ac:spMkLst>
        </pc:spChg>
        <pc:spChg chg="add mod">
          <ac:chgData name="Tanmay Samak" userId="20166025-7f22-4346-9b98-ec55ab787a06" providerId="ADAL" clId="{80E0E721-19AE-46BB-B38B-5DE6E6D52B1B}" dt="2023-08-14T14:11:50.062" v="7074" actId="121"/>
          <ac:spMkLst>
            <pc:docMk/>
            <pc:sldMk cId="2888038680" sldId="332"/>
            <ac:spMk id="7" creationId="{A6BE78AB-C869-4729-D680-9BCDC2C20700}"/>
          </ac:spMkLst>
        </pc:spChg>
        <pc:spChg chg="del">
          <ac:chgData name="Tanmay Samak" userId="20166025-7f22-4346-9b98-ec55ab787a06" providerId="ADAL" clId="{80E0E721-19AE-46BB-B38B-5DE6E6D52B1B}" dt="2023-08-07T18:17:52.339" v="1581" actId="478"/>
          <ac:spMkLst>
            <pc:docMk/>
            <pc:sldMk cId="2888038680" sldId="332"/>
            <ac:spMk id="20" creationId="{48522ABB-CAB2-512D-66F0-47FAE71742CC}"/>
          </ac:spMkLst>
        </pc:spChg>
        <pc:spChg chg="del mod">
          <ac:chgData name="Tanmay Samak" userId="20166025-7f22-4346-9b98-ec55ab787a06" providerId="ADAL" clId="{80E0E721-19AE-46BB-B38B-5DE6E6D52B1B}" dt="2023-08-07T18:17:56.331" v="1584" actId="478"/>
          <ac:spMkLst>
            <pc:docMk/>
            <pc:sldMk cId="2888038680" sldId="332"/>
            <ac:spMk id="27" creationId="{752278C3-D5EC-8BAC-FB9C-1EA16835A79B}"/>
          </ac:spMkLst>
        </pc:spChg>
        <pc:spChg chg="del">
          <ac:chgData name="Tanmay Samak" userId="20166025-7f22-4346-9b98-ec55ab787a06" providerId="ADAL" clId="{80E0E721-19AE-46BB-B38B-5DE6E6D52B1B}" dt="2023-08-07T18:17:54.687" v="1583" actId="478"/>
          <ac:spMkLst>
            <pc:docMk/>
            <pc:sldMk cId="2888038680" sldId="332"/>
            <ac:spMk id="33" creationId="{5BAAE9BE-4C90-45EF-D1BB-1AB80C1227BD}"/>
          </ac:spMkLst>
        </pc:spChg>
        <pc:picChg chg="del">
          <ac:chgData name="Tanmay Samak" userId="20166025-7f22-4346-9b98-ec55ab787a06" providerId="ADAL" clId="{80E0E721-19AE-46BB-B38B-5DE6E6D52B1B}" dt="2023-08-07T18:17:51.406" v="1580" actId="478"/>
          <ac:picMkLst>
            <pc:docMk/>
            <pc:sldMk cId="2888038680" sldId="332"/>
            <ac:picMk id="32" creationId="{9DD5FF7F-0BBC-E435-96CC-50F21A52FCF3}"/>
          </ac:picMkLst>
        </pc:picChg>
      </pc:sldChg>
      <pc:sldChg chg="addSp delSp modSp add mod">
        <pc:chgData name="Tanmay Samak" userId="20166025-7f22-4346-9b98-ec55ab787a06" providerId="ADAL" clId="{80E0E721-19AE-46BB-B38B-5DE6E6D52B1B}" dt="2023-08-14T14:11:57.623" v="7076" actId="121"/>
        <pc:sldMkLst>
          <pc:docMk/>
          <pc:sldMk cId="2235005214" sldId="333"/>
        </pc:sldMkLst>
        <pc:spChg chg="add del mod">
          <ac:chgData name="Tanmay Samak" userId="20166025-7f22-4346-9b98-ec55ab787a06" providerId="ADAL" clId="{80E0E721-19AE-46BB-B38B-5DE6E6D52B1B}" dt="2023-08-14T14:08:38.827" v="7042" actId="478"/>
          <ac:spMkLst>
            <pc:docMk/>
            <pc:sldMk cId="2235005214" sldId="333"/>
            <ac:spMk id="6" creationId="{E7325237-DBC2-D948-1233-4378BFA951F6}"/>
          </ac:spMkLst>
        </pc:spChg>
        <pc:spChg chg="add mod">
          <ac:chgData name="Tanmay Samak" userId="20166025-7f22-4346-9b98-ec55ab787a06" providerId="ADAL" clId="{80E0E721-19AE-46BB-B38B-5DE6E6D52B1B}" dt="2023-08-14T14:11:57.623" v="7076" actId="121"/>
          <ac:spMkLst>
            <pc:docMk/>
            <pc:sldMk cId="2235005214" sldId="333"/>
            <ac:spMk id="7" creationId="{AC0AA74D-2210-D66C-95D1-344FDEBD5080}"/>
          </ac:spMkLst>
        </pc:spChg>
        <pc:spChg chg="mod">
          <ac:chgData name="Tanmay Samak" userId="20166025-7f22-4346-9b98-ec55ab787a06" providerId="ADAL" clId="{80E0E721-19AE-46BB-B38B-5DE6E6D52B1B}" dt="2023-08-14T08:15:14.397" v="5132" actId="20577"/>
          <ac:spMkLst>
            <pc:docMk/>
            <pc:sldMk cId="2235005214" sldId="333"/>
            <ac:spMk id="33" creationId="{5BAAE9BE-4C90-45EF-D1BB-1AB80C1227BD}"/>
          </ac:spMkLst>
        </pc:spChg>
      </pc:sldChg>
      <pc:sldChg chg="addSp delSp modSp add mod modAnim">
        <pc:chgData name="Tanmay Samak" userId="20166025-7f22-4346-9b98-ec55ab787a06" providerId="ADAL" clId="{80E0E721-19AE-46BB-B38B-5DE6E6D52B1B}" dt="2023-08-14T14:15:11.846" v="7107" actId="120"/>
        <pc:sldMkLst>
          <pc:docMk/>
          <pc:sldMk cId="2098743305" sldId="334"/>
        </pc:sldMkLst>
        <pc:spChg chg="mod">
          <ac:chgData name="Tanmay Samak" userId="20166025-7f22-4346-9b98-ec55ab787a06" providerId="ADAL" clId="{80E0E721-19AE-46BB-B38B-5DE6E6D52B1B}" dt="2023-08-07T18:29:46.465" v="1586" actId="207"/>
          <ac:spMkLst>
            <pc:docMk/>
            <pc:sldMk cId="2098743305" sldId="334"/>
            <ac:spMk id="3" creationId="{20FEE75E-4191-DF81-29B1-94AD70DB3537}"/>
          </ac:spMkLst>
        </pc:spChg>
        <pc:spChg chg="add del mod">
          <ac:chgData name="Tanmay Samak" userId="20166025-7f22-4346-9b98-ec55ab787a06" providerId="ADAL" clId="{80E0E721-19AE-46BB-B38B-5DE6E6D52B1B}" dt="2023-08-14T14:08:17.719" v="7034" actId="478"/>
          <ac:spMkLst>
            <pc:docMk/>
            <pc:sldMk cId="2098743305" sldId="334"/>
            <ac:spMk id="6" creationId="{62D57D6F-198D-CCBA-DA9B-28831DBDC36D}"/>
          </ac:spMkLst>
        </pc:spChg>
        <pc:spChg chg="add mod">
          <ac:chgData name="Tanmay Samak" userId="20166025-7f22-4346-9b98-ec55ab787a06" providerId="ADAL" clId="{80E0E721-19AE-46BB-B38B-5DE6E6D52B1B}" dt="2023-08-14T14:15:11.846" v="7107" actId="120"/>
          <ac:spMkLst>
            <pc:docMk/>
            <pc:sldMk cId="2098743305" sldId="334"/>
            <ac:spMk id="7" creationId="{B4291B68-FFE6-247A-8C75-B3ADCB43A22C}"/>
          </ac:spMkLst>
        </pc:spChg>
        <pc:spChg chg="del">
          <ac:chgData name="Tanmay Samak" userId="20166025-7f22-4346-9b98-ec55ab787a06" providerId="ADAL" clId="{80E0E721-19AE-46BB-B38B-5DE6E6D52B1B}" dt="2023-08-07T18:12:27.935" v="1572" actId="478"/>
          <ac:spMkLst>
            <pc:docMk/>
            <pc:sldMk cId="2098743305" sldId="334"/>
            <ac:spMk id="13" creationId="{E9308DA2-CE8E-C497-B897-5DB10D61C861}"/>
          </ac:spMkLst>
        </pc:spChg>
        <pc:spChg chg="del">
          <ac:chgData name="Tanmay Samak" userId="20166025-7f22-4346-9b98-ec55ab787a06" providerId="ADAL" clId="{80E0E721-19AE-46BB-B38B-5DE6E6D52B1B}" dt="2023-08-07T18:12:27.935" v="1572" actId="478"/>
          <ac:spMkLst>
            <pc:docMk/>
            <pc:sldMk cId="2098743305" sldId="334"/>
            <ac:spMk id="14" creationId="{0FA34135-C492-C44F-0090-DE575378C104}"/>
          </ac:spMkLst>
        </pc:spChg>
        <pc:spChg chg="del">
          <ac:chgData name="Tanmay Samak" userId="20166025-7f22-4346-9b98-ec55ab787a06" providerId="ADAL" clId="{80E0E721-19AE-46BB-B38B-5DE6E6D52B1B}" dt="2023-08-07T18:12:27.935" v="1572" actId="478"/>
          <ac:spMkLst>
            <pc:docMk/>
            <pc:sldMk cId="2098743305" sldId="334"/>
            <ac:spMk id="16" creationId="{0871851D-1731-17AA-57DB-B513CD0DABCD}"/>
          </ac:spMkLst>
        </pc:spChg>
        <pc:spChg chg="del">
          <ac:chgData name="Tanmay Samak" userId="20166025-7f22-4346-9b98-ec55ab787a06" providerId="ADAL" clId="{80E0E721-19AE-46BB-B38B-5DE6E6D52B1B}" dt="2023-08-07T18:12:27.935" v="1572" actId="478"/>
          <ac:spMkLst>
            <pc:docMk/>
            <pc:sldMk cId="2098743305" sldId="334"/>
            <ac:spMk id="20" creationId="{48522ABB-CAB2-512D-66F0-47FAE71742CC}"/>
          </ac:spMkLst>
        </pc:spChg>
        <pc:spChg chg="del">
          <ac:chgData name="Tanmay Samak" userId="20166025-7f22-4346-9b98-ec55ab787a06" providerId="ADAL" clId="{80E0E721-19AE-46BB-B38B-5DE6E6D52B1B}" dt="2023-08-07T18:12:27.935" v="1572" actId="478"/>
          <ac:spMkLst>
            <pc:docMk/>
            <pc:sldMk cId="2098743305" sldId="334"/>
            <ac:spMk id="23" creationId="{6330ADAF-F152-F2DF-61F1-B1F614717B38}"/>
          </ac:spMkLst>
        </pc:spChg>
        <pc:spChg chg="del">
          <ac:chgData name="Tanmay Samak" userId="20166025-7f22-4346-9b98-ec55ab787a06" providerId="ADAL" clId="{80E0E721-19AE-46BB-B38B-5DE6E6D52B1B}" dt="2023-08-07T18:12:27.935" v="1572" actId="478"/>
          <ac:spMkLst>
            <pc:docMk/>
            <pc:sldMk cId="2098743305" sldId="334"/>
            <ac:spMk id="24" creationId="{BC5A17AD-7A02-49CE-A20E-E8B8FA4C0B1E}"/>
          </ac:spMkLst>
        </pc:spChg>
        <pc:spChg chg="del">
          <ac:chgData name="Tanmay Samak" userId="20166025-7f22-4346-9b98-ec55ab787a06" providerId="ADAL" clId="{80E0E721-19AE-46BB-B38B-5DE6E6D52B1B}" dt="2023-08-07T18:12:27.935" v="1572" actId="478"/>
          <ac:spMkLst>
            <pc:docMk/>
            <pc:sldMk cId="2098743305" sldId="334"/>
            <ac:spMk id="25" creationId="{6305D10E-D17B-627C-D67F-E4AE08EA308D}"/>
          </ac:spMkLst>
        </pc:spChg>
        <pc:spChg chg="del">
          <ac:chgData name="Tanmay Samak" userId="20166025-7f22-4346-9b98-ec55ab787a06" providerId="ADAL" clId="{80E0E721-19AE-46BB-B38B-5DE6E6D52B1B}" dt="2023-08-07T18:12:27.935" v="1572" actId="478"/>
          <ac:spMkLst>
            <pc:docMk/>
            <pc:sldMk cId="2098743305" sldId="334"/>
            <ac:spMk id="27" creationId="{752278C3-D5EC-8BAC-FB9C-1EA16835A79B}"/>
          </ac:spMkLst>
        </pc:spChg>
        <pc:spChg chg="del">
          <ac:chgData name="Tanmay Samak" userId="20166025-7f22-4346-9b98-ec55ab787a06" providerId="ADAL" clId="{80E0E721-19AE-46BB-B38B-5DE6E6D52B1B}" dt="2023-08-07T18:12:27.935" v="1572" actId="478"/>
          <ac:spMkLst>
            <pc:docMk/>
            <pc:sldMk cId="2098743305" sldId="334"/>
            <ac:spMk id="28" creationId="{70263F8A-78EB-AA25-6228-AF03B47C94FC}"/>
          </ac:spMkLst>
        </pc:spChg>
        <pc:spChg chg="del">
          <ac:chgData name="Tanmay Samak" userId="20166025-7f22-4346-9b98-ec55ab787a06" providerId="ADAL" clId="{80E0E721-19AE-46BB-B38B-5DE6E6D52B1B}" dt="2023-08-07T18:12:31.068" v="1573" actId="478"/>
          <ac:spMkLst>
            <pc:docMk/>
            <pc:sldMk cId="2098743305" sldId="334"/>
            <ac:spMk id="29" creationId="{4D45AC11-9BAE-32B2-0C25-BB35DA9B32C2}"/>
          </ac:spMkLst>
        </pc:spChg>
        <pc:spChg chg="del">
          <ac:chgData name="Tanmay Samak" userId="20166025-7f22-4346-9b98-ec55ab787a06" providerId="ADAL" clId="{80E0E721-19AE-46BB-B38B-5DE6E6D52B1B}" dt="2023-08-07T18:12:27.935" v="1572" actId="478"/>
          <ac:spMkLst>
            <pc:docMk/>
            <pc:sldMk cId="2098743305" sldId="334"/>
            <ac:spMk id="30" creationId="{DBB87AF3-7E0F-6019-58CB-EC0AA46F5479}"/>
          </ac:spMkLst>
        </pc:spChg>
        <pc:spChg chg="del">
          <ac:chgData name="Tanmay Samak" userId="20166025-7f22-4346-9b98-ec55ab787a06" providerId="ADAL" clId="{80E0E721-19AE-46BB-B38B-5DE6E6D52B1B}" dt="2023-08-07T18:12:31.068" v="1573" actId="478"/>
          <ac:spMkLst>
            <pc:docMk/>
            <pc:sldMk cId="2098743305" sldId="334"/>
            <ac:spMk id="33" creationId="{5BAAE9BE-4C90-45EF-D1BB-1AB80C1227BD}"/>
          </ac:spMkLst>
        </pc:spChg>
        <pc:picChg chg="del">
          <ac:chgData name="Tanmay Samak" userId="20166025-7f22-4346-9b98-ec55ab787a06" providerId="ADAL" clId="{80E0E721-19AE-46BB-B38B-5DE6E6D52B1B}" dt="2023-08-07T18:12:27.935" v="1572" actId="478"/>
          <ac:picMkLst>
            <pc:docMk/>
            <pc:sldMk cId="2098743305" sldId="334"/>
            <ac:picMk id="32" creationId="{9DD5FF7F-0BBC-E435-96CC-50F21A52FCF3}"/>
          </ac:picMkLst>
        </pc:picChg>
        <pc:picChg chg="del">
          <ac:chgData name="Tanmay Samak" userId="20166025-7f22-4346-9b98-ec55ab787a06" providerId="ADAL" clId="{80E0E721-19AE-46BB-B38B-5DE6E6D52B1B}" dt="2023-08-07T18:12:27.935" v="1572" actId="478"/>
          <ac:picMkLst>
            <pc:docMk/>
            <pc:sldMk cId="2098743305" sldId="334"/>
            <ac:picMk id="2064" creationId="{72F6B205-6DC9-5C9A-DF68-7044961F13D8}"/>
          </ac:picMkLst>
        </pc:picChg>
        <pc:picChg chg="del">
          <ac:chgData name="Tanmay Samak" userId="20166025-7f22-4346-9b98-ec55ab787a06" providerId="ADAL" clId="{80E0E721-19AE-46BB-B38B-5DE6E6D52B1B}" dt="2023-08-07T18:12:27.935" v="1572" actId="478"/>
          <ac:picMkLst>
            <pc:docMk/>
            <pc:sldMk cId="2098743305" sldId="334"/>
            <ac:picMk id="2066" creationId="{59E43B4F-EC1A-B690-76EF-4828853425E0}"/>
          </ac:picMkLst>
        </pc:picChg>
        <pc:picChg chg="del">
          <ac:chgData name="Tanmay Samak" userId="20166025-7f22-4346-9b98-ec55ab787a06" providerId="ADAL" clId="{80E0E721-19AE-46BB-B38B-5DE6E6D52B1B}" dt="2023-08-07T18:12:27.935" v="1572" actId="478"/>
          <ac:picMkLst>
            <pc:docMk/>
            <pc:sldMk cId="2098743305" sldId="334"/>
            <ac:picMk id="2068" creationId="{04DEC498-A455-B7BD-5D42-4F8D92E2AF26}"/>
          </ac:picMkLst>
        </pc:picChg>
      </pc:sldChg>
      <pc:sldChg chg="addSp delSp modSp add mod ord">
        <pc:chgData name="Tanmay Samak" userId="20166025-7f22-4346-9b98-ec55ab787a06" providerId="ADAL" clId="{80E0E721-19AE-46BB-B38B-5DE6E6D52B1B}" dt="2023-08-21T01:11:29.383" v="10021"/>
        <pc:sldMkLst>
          <pc:docMk/>
          <pc:sldMk cId="1366196513" sldId="335"/>
        </pc:sldMkLst>
        <pc:spChg chg="mod">
          <ac:chgData name="Tanmay Samak" userId="20166025-7f22-4346-9b98-ec55ab787a06" providerId="ADAL" clId="{80E0E721-19AE-46BB-B38B-5DE6E6D52B1B}" dt="2023-08-21T01:11:29.383" v="10021"/>
          <ac:spMkLst>
            <pc:docMk/>
            <pc:sldMk cId="1366196513" sldId="335"/>
            <ac:spMk id="3" creationId="{20FEE75E-4191-DF81-29B1-94AD70DB3537}"/>
          </ac:spMkLst>
        </pc:spChg>
        <pc:spChg chg="add mod">
          <ac:chgData name="Tanmay Samak" userId="20166025-7f22-4346-9b98-ec55ab787a06" providerId="ADAL" clId="{80E0E721-19AE-46BB-B38B-5DE6E6D52B1B}" dt="2023-08-20T18:18:45.608" v="9226" actId="20577"/>
          <ac:spMkLst>
            <pc:docMk/>
            <pc:sldMk cId="1366196513" sldId="335"/>
            <ac:spMk id="6" creationId="{267698A3-E8A5-79FD-BEDF-C89E72CF0A78}"/>
          </ac:spMkLst>
        </pc:spChg>
        <pc:spChg chg="del">
          <ac:chgData name="Tanmay Samak" userId="20166025-7f22-4346-9b98-ec55ab787a06" providerId="ADAL" clId="{80E0E721-19AE-46BB-B38B-5DE6E6D52B1B}" dt="2023-08-07T18:57:00.465" v="1595" actId="478"/>
          <ac:spMkLst>
            <pc:docMk/>
            <pc:sldMk cId="1366196513" sldId="335"/>
            <ac:spMk id="6" creationId="{88B6F1FF-3674-DCC5-3802-729F0F166793}"/>
          </ac:spMkLst>
        </pc:spChg>
        <pc:spChg chg="mod">
          <ac:chgData name="Tanmay Samak" userId="20166025-7f22-4346-9b98-ec55ab787a06" providerId="ADAL" clId="{80E0E721-19AE-46BB-B38B-5DE6E6D52B1B}" dt="2023-08-20T18:17:42.387" v="9195" actId="20577"/>
          <ac:spMkLst>
            <pc:docMk/>
            <pc:sldMk cId="1366196513" sldId="335"/>
            <ac:spMk id="8" creationId="{5D381926-3640-1582-8853-B03F407D8532}"/>
          </ac:spMkLst>
        </pc:spChg>
        <pc:spChg chg="del">
          <ac:chgData name="Tanmay Samak" userId="20166025-7f22-4346-9b98-ec55ab787a06" providerId="ADAL" clId="{80E0E721-19AE-46BB-B38B-5DE6E6D52B1B}" dt="2023-08-07T18:57:03.196" v="1596" actId="478"/>
          <ac:spMkLst>
            <pc:docMk/>
            <pc:sldMk cId="1366196513" sldId="335"/>
            <ac:spMk id="9" creationId="{E22A7342-87AF-1030-13DF-4F02589F55DB}"/>
          </ac:spMkLst>
        </pc:spChg>
        <pc:picChg chg="del">
          <ac:chgData name="Tanmay Samak" userId="20166025-7f22-4346-9b98-ec55ab787a06" providerId="ADAL" clId="{80E0E721-19AE-46BB-B38B-5DE6E6D52B1B}" dt="2023-08-07T18:57:00.465" v="1595" actId="478"/>
          <ac:picMkLst>
            <pc:docMk/>
            <pc:sldMk cId="1366196513" sldId="335"/>
            <ac:picMk id="3074" creationId="{CE435AAF-194F-3E42-F890-8CB8588EB4FE}"/>
          </ac:picMkLst>
        </pc:picChg>
        <pc:picChg chg="del">
          <ac:chgData name="Tanmay Samak" userId="20166025-7f22-4346-9b98-ec55ab787a06" providerId="ADAL" clId="{80E0E721-19AE-46BB-B38B-5DE6E6D52B1B}" dt="2023-08-07T18:57:03.196" v="1596" actId="478"/>
          <ac:picMkLst>
            <pc:docMk/>
            <pc:sldMk cId="1366196513" sldId="335"/>
            <ac:picMk id="3076" creationId="{2E8D1F3C-4973-30BF-B566-A93A3013A3A8}"/>
          </ac:picMkLst>
        </pc:picChg>
      </pc:sldChg>
      <pc:sldChg chg="addSp modSp add mod">
        <pc:chgData name="Tanmay Samak" userId="20166025-7f22-4346-9b98-ec55ab787a06" providerId="ADAL" clId="{80E0E721-19AE-46BB-B38B-5DE6E6D52B1B}" dt="2023-08-21T01:11:17.511" v="10017" actId="20577"/>
        <pc:sldMkLst>
          <pc:docMk/>
          <pc:sldMk cId="3450121407" sldId="336"/>
        </pc:sldMkLst>
        <pc:spChg chg="mod">
          <ac:chgData name="Tanmay Samak" userId="20166025-7f22-4346-9b98-ec55ab787a06" providerId="ADAL" clId="{80E0E721-19AE-46BB-B38B-5DE6E6D52B1B}" dt="2023-08-21T01:11:17.511" v="10017" actId="20577"/>
          <ac:spMkLst>
            <pc:docMk/>
            <pc:sldMk cId="3450121407" sldId="336"/>
            <ac:spMk id="3" creationId="{20FEE75E-4191-DF81-29B1-94AD70DB3537}"/>
          </ac:spMkLst>
        </pc:spChg>
        <pc:spChg chg="mod">
          <ac:chgData name="Tanmay Samak" userId="20166025-7f22-4346-9b98-ec55ab787a06" providerId="ADAL" clId="{80E0E721-19AE-46BB-B38B-5DE6E6D52B1B}" dt="2023-08-20T23:34:26.823" v="9510" actId="20577"/>
          <ac:spMkLst>
            <pc:docMk/>
            <pc:sldMk cId="3450121407" sldId="336"/>
            <ac:spMk id="6" creationId="{88B6F1FF-3674-DCC5-3802-729F0F166793}"/>
          </ac:spMkLst>
        </pc:spChg>
        <pc:spChg chg="mod">
          <ac:chgData name="Tanmay Samak" userId="20166025-7f22-4346-9b98-ec55ab787a06" providerId="ADAL" clId="{80E0E721-19AE-46BB-B38B-5DE6E6D52B1B}" dt="2023-08-20T23:34:20.640" v="9505" actId="20577"/>
          <ac:spMkLst>
            <pc:docMk/>
            <pc:sldMk cId="3450121407" sldId="336"/>
            <ac:spMk id="8" creationId="{5D381926-3640-1582-8853-B03F407D8532}"/>
          </ac:spMkLst>
        </pc:spChg>
        <pc:spChg chg="mod">
          <ac:chgData name="Tanmay Samak" userId="20166025-7f22-4346-9b98-ec55ab787a06" providerId="ADAL" clId="{80E0E721-19AE-46BB-B38B-5DE6E6D52B1B}" dt="2023-08-20T18:18:15.371" v="9215" actId="20577"/>
          <ac:spMkLst>
            <pc:docMk/>
            <pc:sldMk cId="3450121407" sldId="336"/>
            <ac:spMk id="9" creationId="{E22A7342-87AF-1030-13DF-4F02589F55DB}"/>
          </ac:spMkLst>
        </pc:spChg>
        <pc:spChg chg="add mod">
          <ac:chgData name="Tanmay Samak" userId="20166025-7f22-4346-9b98-ec55ab787a06" providerId="ADAL" clId="{80E0E721-19AE-46BB-B38B-5DE6E6D52B1B}" dt="2023-08-20T18:19:02.302" v="9232" actId="20577"/>
          <ac:spMkLst>
            <pc:docMk/>
            <pc:sldMk cId="3450121407" sldId="336"/>
            <ac:spMk id="23" creationId="{08470AC2-6191-2B3B-CEF1-24EBC6BCC7EC}"/>
          </ac:spMkLst>
        </pc:spChg>
      </pc:sldChg>
      <pc:sldChg chg="add del mod modShow">
        <pc:chgData name="Tanmay Samak" userId="20166025-7f22-4346-9b98-ec55ab787a06" providerId="ADAL" clId="{80E0E721-19AE-46BB-B38B-5DE6E6D52B1B}" dt="2023-08-24T01:01:06.610" v="12037" actId="47"/>
        <pc:sldMkLst>
          <pc:docMk/>
          <pc:sldMk cId="3948341620" sldId="337"/>
        </pc:sldMkLst>
      </pc:sldChg>
      <pc:sldChg chg="modSp add mod ord">
        <pc:chgData name="Tanmay Samak" userId="20166025-7f22-4346-9b98-ec55ab787a06" providerId="ADAL" clId="{80E0E721-19AE-46BB-B38B-5DE6E6D52B1B}" dt="2023-08-20T17:23:19.683" v="8823" actId="20577"/>
        <pc:sldMkLst>
          <pc:docMk/>
          <pc:sldMk cId="1496758310" sldId="338"/>
        </pc:sldMkLst>
        <pc:spChg chg="mod">
          <ac:chgData name="Tanmay Samak" userId="20166025-7f22-4346-9b98-ec55ab787a06" providerId="ADAL" clId="{80E0E721-19AE-46BB-B38B-5DE6E6D52B1B}" dt="2023-08-20T17:23:19.683" v="8823" actId="20577"/>
          <ac:spMkLst>
            <pc:docMk/>
            <pc:sldMk cId="1496758310" sldId="338"/>
            <ac:spMk id="3" creationId="{19F2D61E-BBDD-019A-A6F5-CF5FB6BE754B}"/>
          </ac:spMkLst>
        </pc:spChg>
      </pc:sldChg>
      <pc:sldChg chg="new del">
        <pc:chgData name="Tanmay Samak" userId="20166025-7f22-4346-9b98-ec55ab787a06" providerId="ADAL" clId="{80E0E721-19AE-46BB-B38B-5DE6E6D52B1B}" dt="2023-08-08T19:19:35.487" v="2045" actId="680"/>
        <pc:sldMkLst>
          <pc:docMk/>
          <pc:sldMk cId="4008553080" sldId="338"/>
        </pc:sldMkLst>
      </pc:sldChg>
      <pc:sldChg chg="addSp delSp modSp add mod ord">
        <pc:chgData name="Tanmay Samak" userId="20166025-7f22-4346-9b98-ec55ab787a06" providerId="ADAL" clId="{80E0E721-19AE-46BB-B38B-5DE6E6D52B1B}" dt="2023-08-24T14:31:51.571" v="13167" actId="208"/>
        <pc:sldMkLst>
          <pc:docMk/>
          <pc:sldMk cId="3126669134" sldId="339"/>
        </pc:sldMkLst>
        <pc:spChg chg="mod">
          <ac:chgData name="Tanmay Samak" userId="20166025-7f22-4346-9b98-ec55ab787a06" providerId="ADAL" clId="{80E0E721-19AE-46BB-B38B-5DE6E6D52B1B}" dt="2023-08-13T00:29:06.780" v="3988" actId="20577"/>
          <ac:spMkLst>
            <pc:docMk/>
            <pc:sldMk cId="3126669134" sldId="339"/>
            <ac:spMk id="2" creationId="{844D4E26-B530-D556-4747-3FCE832AFF15}"/>
          </ac:spMkLst>
        </pc:spChg>
        <pc:spChg chg="add mod">
          <ac:chgData name="Tanmay Samak" userId="20166025-7f22-4346-9b98-ec55ab787a06" providerId="ADAL" clId="{80E0E721-19AE-46BB-B38B-5DE6E6D52B1B}" dt="2023-08-21T02:23:33.869" v="10827" actId="20577"/>
          <ac:spMkLst>
            <pc:docMk/>
            <pc:sldMk cId="3126669134" sldId="339"/>
            <ac:spMk id="24" creationId="{ABDE612C-5C8E-F6DA-9FE5-D98DD13D0B47}"/>
          </ac:spMkLst>
        </pc:spChg>
        <pc:spChg chg="add mod">
          <ac:chgData name="Tanmay Samak" userId="20166025-7f22-4346-9b98-ec55ab787a06" providerId="ADAL" clId="{80E0E721-19AE-46BB-B38B-5DE6E6D52B1B}" dt="2023-08-21T02:23:35.080" v="10829" actId="20577"/>
          <ac:spMkLst>
            <pc:docMk/>
            <pc:sldMk cId="3126669134" sldId="339"/>
            <ac:spMk id="25" creationId="{9390E02A-AE70-6C14-29D8-9D773967A144}"/>
          </ac:spMkLst>
        </pc:spChg>
        <pc:spChg chg="add mod">
          <ac:chgData name="Tanmay Samak" userId="20166025-7f22-4346-9b98-ec55ab787a06" providerId="ADAL" clId="{80E0E721-19AE-46BB-B38B-5DE6E6D52B1B}" dt="2023-08-21T02:23:36.135" v="10831" actId="20577"/>
          <ac:spMkLst>
            <pc:docMk/>
            <pc:sldMk cId="3126669134" sldId="339"/>
            <ac:spMk id="26" creationId="{D1927753-19C5-0CF8-B2EA-D2428E7465A9}"/>
          </ac:spMkLst>
        </pc:spChg>
        <pc:spChg chg="add mod">
          <ac:chgData name="Tanmay Samak" userId="20166025-7f22-4346-9b98-ec55ab787a06" providerId="ADAL" clId="{80E0E721-19AE-46BB-B38B-5DE6E6D52B1B}" dt="2023-08-21T02:23:37.951" v="10833" actId="20577"/>
          <ac:spMkLst>
            <pc:docMk/>
            <pc:sldMk cId="3126669134" sldId="339"/>
            <ac:spMk id="27" creationId="{CF78CFF0-2DE3-91FB-E184-9F68F46F37C9}"/>
          </ac:spMkLst>
        </pc:spChg>
        <pc:spChg chg="add del">
          <ac:chgData name="Tanmay Samak" userId="20166025-7f22-4346-9b98-ec55ab787a06" providerId="ADAL" clId="{80E0E721-19AE-46BB-B38B-5DE6E6D52B1B}" dt="2023-08-14T14:47:42.239" v="7436" actId="478"/>
          <ac:spMkLst>
            <pc:docMk/>
            <pc:sldMk cId="3126669134" sldId="339"/>
            <ac:spMk id="29" creationId="{4173E656-FE1F-B28D-CF42-0888357FE220}"/>
          </ac:spMkLst>
        </pc:spChg>
        <pc:spChg chg="add mod">
          <ac:chgData name="Tanmay Samak" userId="20166025-7f22-4346-9b98-ec55ab787a06" providerId="ADAL" clId="{80E0E721-19AE-46BB-B38B-5DE6E6D52B1B}" dt="2023-08-21T02:23:39.888" v="10835" actId="20577"/>
          <ac:spMkLst>
            <pc:docMk/>
            <pc:sldMk cId="3126669134" sldId="339"/>
            <ac:spMk id="30" creationId="{7642B909-BC10-0B51-4B50-35C96C8A70EB}"/>
          </ac:spMkLst>
        </pc:spChg>
        <pc:graphicFrameChg chg="mod modGraphic">
          <ac:chgData name="Tanmay Samak" userId="20166025-7f22-4346-9b98-ec55ab787a06" providerId="ADAL" clId="{80E0E721-19AE-46BB-B38B-5DE6E6D52B1B}" dt="2023-08-24T00:40:48.981" v="11981" actId="20577"/>
          <ac:graphicFrameMkLst>
            <pc:docMk/>
            <pc:sldMk cId="3126669134" sldId="339"/>
            <ac:graphicFrameMk id="7" creationId="{C66C364F-858E-0CC4-A62A-08AAA5E15164}"/>
          </ac:graphicFrameMkLst>
        </pc:graphicFrameChg>
        <pc:graphicFrameChg chg="add del mod modGraphic">
          <ac:chgData name="Tanmay Samak" userId="20166025-7f22-4346-9b98-ec55ab787a06" providerId="ADAL" clId="{80E0E721-19AE-46BB-B38B-5DE6E6D52B1B}" dt="2023-08-24T14:26:16.451" v="13122" actId="21"/>
          <ac:graphicFrameMkLst>
            <pc:docMk/>
            <pc:sldMk cId="3126669134" sldId="339"/>
            <ac:graphicFrameMk id="19" creationId="{48800006-4AD0-0EC5-84C5-A68F34B28D3E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14T06:53:33.429" v="4989" actId="478"/>
          <ac:graphicFrameMkLst>
            <pc:docMk/>
            <pc:sldMk cId="3126669134" sldId="339"/>
            <ac:graphicFrameMk id="19" creationId="{81560C4E-B48C-DE35-AC84-47AC6FED8B28}"/>
          </ac:graphicFrameMkLst>
        </pc:graphicFrameChg>
        <pc:graphicFrameChg chg="add del mod modGraphic">
          <ac:chgData name="Tanmay Samak" userId="20166025-7f22-4346-9b98-ec55ab787a06" providerId="ADAL" clId="{80E0E721-19AE-46BB-B38B-5DE6E6D52B1B}" dt="2023-08-21T01:52:19.582" v="10375" actId="21"/>
          <ac:graphicFrameMkLst>
            <pc:docMk/>
            <pc:sldMk cId="3126669134" sldId="339"/>
            <ac:graphicFrameMk id="19" creationId="{AF654F3A-E49B-1041-0F3D-302E3AAFA6A4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21T01:56:01.274" v="10467" actId="478"/>
          <ac:graphicFrameMkLst>
            <pc:docMk/>
            <pc:sldMk cId="3126669134" sldId="339"/>
            <ac:graphicFrameMk id="28" creationId="{8C07355E-55DB-9D62-41D5-274516B67C6C}"/>
          </ac:graphicFrameMkLst>
        </pc:graphicFrameChg>
        <pc:graphicFrameChg chg="add mod">
          <ac:chgData name="Tanmay Samak" userId="20166025-7f22-4346-9b98-ec55ab787a06" providerId="ADAL" clId="{80E0E721-19AE-46BB-B38B-5DE6E6D52B1B}" dt="2023-08-24T14:31:51.571" v="13167" actId="208"/>
          <ac:graphicFrameMkLst>
            <pc:docMk/>
            <pc:sldMk cId="3126669134" sldId="339"/>
            <ac:graphicFrameMk id="29" creationId="{3587C541-E86B-8870-3CBF-381AA348ED46}"/>
          </ac:graphicFrameMkLst>
        </pc:graphicFrameChg>
        <pc:picChg chg="add mod">
          <ac:chgData name="Tanmay Samak" userId="20166025-7f22-4346-9b98-ec55ab787a06" providerId="ADAL" clId="{80E0E721-19AE-46BB-B38B-5DE6E6D52B1B}" dt="2023-08-21T02:21:51.015" v="10808" actId="1036"/>
          <ac:picMkLst>
            <pc:docMk/>
            <pc:sldMk cId="3126669134" sldId="339"/>
            <ac:picMk id="20" creationId="{7467AC7F-FDAE-9780-D62A-9A92FBF078F0}"/>
          </ac:picMkLst>
        </pc:picChg>
        <pc:picChg chg="add mod">
          <ac:chgData name="Tanmay Samak" userId="20166025-7f22-4346-9b98-ec55ab787a06" providerId="ADAL" clId="{80E0E721-19AE-46BB-B38B-5DE6E6D52B1B}" dt="2023-08-21T02:22:41.447" v="10815" actId="408"/>
          <ac:picMkLst>
            <pc:docMk/>
            <pc:sldMk cId="3126669134" sldId="339"/>
            <ac:picMk id="21" creationId="{8975F8A7-4BB7-35D0-7FC0-11F5622687FF}"/>
          </ac:picMkLst>
        </pc:picChg>
        <pc:picChg chg="add mod">
          <ac:chgData name="Tanmay Samak" userId="20166025-7f22-4346-9b98-ec55ab787a06" providerId="ADAL" clId="{80E0E721-19AE-46BB-B38B-5DE6E6D52B1B}" dt="2023-08-21T02:22:41.447" v="10815" actId="408"/>
          <ac:picMkLst>
            <pc:docMk/>
            <pc:sldMk cId="3126669134" sldId="339"/>
            <ac:picMk id="22" creationId="{FA5E6CD2-DBFB-A064-E5B7-2E25B2AA74E1}"/>
          </ac:picMkLst>
        </pc:picChg>
        <pc:picChg chg="add mod">
          <ac:chgData name="Tanmay Samak" userId="20166025-7f22-4346-9b98-ec55ab787a06" providerId="ADAL" clId="{80E0E721-19AE-46BB-B38B-5DE6E6D52B1B}" dt="2023-08-21T02:22:15.733" v="10810" actId="1076"/>
          <ac:picMkLst>
            <pc:docMk/>
            <pc:sldMk cId="3126669134" sldId="339"/>
            <ac:picMk id="23" creationId="{3860A4CD-D74B-47D0-120A-30FF2048A916}"/>
          </ac:picMkLst>
        </pc:picChg>
        <pc:picChg chg="add del mod">
          <ac:chgData name="Tanmay Samak" userId="20166025-7f22-4346-9b98-ec55ab787a06" providerId="ADAL" clId="{80E0E721-19AE-46BB-B38B-5DE6E6D52B1B}" dt="2023-08-24T14:29:47.638" v="13137" actId="478"/>
          <ac:picMkLst>
            <pc:docMk/>
            <pc:sldMk cId="3126669134" sldId="339"/>
            <ac:picMk id="28" creationId="{CE1A2208-D748-866D-A780-17CE0B9D7162}"/>
          </ac:picMkLst>
        </pc:picChg>
      </pc:sldChg>
      <pc:sldChg chg="modSp add del mod">
        <pc:chgData name="Tanmay Samak" userId="20166025-7f22-4346-9b98-ec55ab787a06" providerId="ADAL" clId="{80E0E721-19AE-46BB-B38B-5DE6E6D52B1B}" dt="2023-08-14T06:51:18.996" v="4955" actId="47"/>
        <pc:sldMkLst>
          <pc:docMk/>
          <pc:sldMk cId="1641167886" sldId="340"/>
        </pc:sldMkLst>
        <pc:spChg chg="mod">
          <ac:chgData name="Tanmay Samak" userId="20166025-7f22-4346-9b98-ec55ab787a06" providerId="ADAL" clId="{80E0E721-19AE-46BB-B38B-5DE6E6D52B1B}" dt="2023-08-13T00:33:31.922" v="4010" actId="20577"/>
          <ac:spMkLst>
            <pc:docMk/>
            <pc:sldMk cId="1641167886" sldId="340"/>
            <ac:spMk id="2" creationId="{844D4E26-B530-D556-4747-3FCE832AFF15}"/>
          </ac:spMkLst>
        </pc:spChg>
        <pc:graphicFrameChg chg="mod modGraphic">
          <ac:chgData name="Tanmay Samak" userId="20166025-7f22-4346-9b98-ec55ab787a06" providerId="ADAL" clId="{80E0E721-19AE-46BB-B38B-5DE6E6D52B1B}" dt="2023-08-14T06:47:10.894" v="4952" actId="207"/>
          <ac:graphicFrameMkLst>
            <pc:docMk/>
            <pc:sldMk cId="1641167886" sldId="340"/>
            <ac:graphicFrameMk id="7" creationId="{C66C364F-858E-0CC4-A62A-08AAA5E15164}"/>
          </ac:graphicFrameMkLst>
        </pc:graphicFrameChg>
      </pc:sldChg>
      <pc:sldChg chg="modSp add mod">
        <pc:chgData name="Tanmay Samak" userId="20166025-7f22-4346-9b98-ec55ab787a06" providerId="ADAL" clId="{80E0E721-19AE-46BB-B38B-5DE6E6D52B1B}" dt="2023-08-21T00:06:14.351" v="9635" actId="21"/>
        <pc:sldMkLst>
          <pc:docMk/>
          <pc:sldMk cId="342352550" sldId="341"/>
        </pc:sldMkLst>
        <pc:spChg chg="mod">
          <ac:chgData name="Tanmay Samak" userId="20166025-7f22-4346-9b98-ec55ab787a06" providerId="ADAL" clId="{80E0E721-19AE-46BB-B38B-5DE6E6D52B1B}" dt="2023-08-21T00:06:14.351" v="9635" actId="21"/>
          <ac:spMkLst>
            <pc:docMk/>
            <pc:sldMk cId="342352550" sldId="341"/>
            <ac:spMk id="3" creationId="{19F2D61E-BBDD-019A-A6F5-CF5FB6BE754B}"/>
          </ac:spMkLst>
        </pc:spChg>
      </pc:sldChg>
      <pc:sldChg chg="addSp delSp modSp add mod">
        <pc:chgData name="Tanmay Samak" userId="20166025-7f22-4346-9b98-ec55ab787a06" providerId="ADAL" clId="{80E0E721-19AE-46BB-B38B-5DE6E6D52B1B}" dt="2023-08-21T01:31:21.069" v="10115" actId="6549"/>
        <pc:sldMkLst>
          <pc:docMk/>
          <pc:sldMk cId="1999231101" sldId="342"/>
        </pc:sldMkLst>
        <pc:spChg chg="mod">
          <ac:chgData name="Tanmay Samak" userId="20166025-7f22-4346-9b98-ec55ab787a06" providerId="ADAL" clId="{80E0E721-19AE-46BB-B38B-5DE6E6D52B1B}" dt="2023-08-21T01:31:21.069" v="10115" actId="6549"/>
          <ac:spMkLst>
            <pc:docMk/>
            <pc:sldMk cId="1999231101" sldId="342"/>
            <ac:spMk id="3" creationId="{19F2D61E-BBDD-019A-A6F5-CF5FB6BE754B}"/>
          </ac:spMkLst>
        </pc:spChg>
        <pc:graphicFrameChg chg="add del mod">
          <ac:chgData name="Tanmay Samak" userId="20166025-7f22-4346-9b98-ec55ab787a06" providerId="ADAL" clId="{80E0E721-19AE-46BB-B38B-5DE6E6D52B1B}" dt="2023-08-20T19:18:37.502" v="9278"/>
          <ac:graphicFrameMkLst>
            <pc:docMk/>
            <pc:sldMk cId="1999231101" sldId="342"/>
            <ac:graphicFrameMk id="6" creationId="{849DEC06-7B04-AE9D-2163-D41EFF6F296B}"/>
          </ac:graphicFrameMkLst>
        </pc:graphicFrameChg>
      </pc:sldChg>
      <pc:sldChg chg="modSp add del mod ord">
        <pc:chgData name="Tanmay Samak" userId="20166025-7f22-4346-9b98-ec55ab787a06" providerId="ADAL" clId="{80E0E721-19AE-46BB-B38B-5DE6E6D52B1B}" dt="2023-08-21T01:39:57.698" v="10256" actId="47"/>
        <pc:sldMkLst>
          <pc:docMk/>
          <pc:sldMk cId="2330000560" sldId="343"/>
        </pc:sldMkLst>
        <pc:spChg chg="mod">
          <ac:chgData name="Tanmay Samak" userId="20166025-7f22-4346-9b98-ec55ab787a06" providerId="ADAL" clId="{80E0E721-19AE-46BB-B38B-5DE6E6D52B1B}" dt="2023-08-21T01:17:41.348" v="10060" actId="21"/>
          <ac:spMkLst>
            <pc:docMk/>
            <pc:sldMk cId="2330000560" sldId="343"/>
            <ac:spMk id="3" creationId="{19F2D61E-BBDD-019A-A6F5-CF5FB6BE754B}"/>
          </ac:spMkLst>
        </pc:spChg>
      </pc:sldChg>
      <pc:sldChg chg="addSp delSp modSp add mod">
        <pc:chgData name="Tanmay Samak" userId="20166025-7f22-4346-9b98-ec55ab787a06" providerId="ADAL" clId="{80E0E721-19AE-46BB-B38B-5DE6E6D52B1B}" dt="2023-08-25T13:29:50.131" v="16106" actId="20577"/>
        <pc:sldMkLst>
          <pc:docMk/>
          <pc:sldMk cId="1527047665" sldId="344"/>
        </pc:sldMkLst>
        <pc:spChg chg="mod">
          <ac:chgData name="Tanmay Samak" userId="20166025-7f22-4346-9b98-ec55ab787a06" providerId="ADAL" clId="{80E0E721-19AE-46BB-B38B-5DE6E6D52B1B}" dt="2023-08-25T13:29:50.131" v="16106" actId="20577"/>
          <ac:spMkLst>
            <pc:docMk/>
            <pc:sldMk cId="1527047665" sldId="344"/>
            <ac:spMk id="3" creationId="{19F2D61E-BBDD-019A-A6F5-CF5FB6BE754B}"/>
          </ac:spMkLst>
        </pc:spChg>
        <pc:graphicFrameChg chg="add del mod">
          <ac:chgData name="Tanmay Samak" userId="20166025-7f22-4346-9b98-ec55ab787a06" providerId="ADAL" clId="{80E0E721-19AE-46BB-B38B-5DE6E6D52B1B}" dt="2023-08-24T23:58:48.266" v="13217"/>
          <ac:graphicFrameMkLst>
            <pc:docMk/>
            <pc:sldMk cId="1527047665" sldId="344"/>
            <ac:graphicFrameMk id="6" creationId="{CA82A360-507C-0010-481D-A11B35ADD11E}"/>
          </ac:graphicFrameMkLst>
        </pc:graphicFrameChg>
        <pc:picChg chg="add del">
          <ac:chgData name="Tanmay Samak" userId="20166025-7f22-4346-9b98-ec55ab787a06" providerId="ADAL" clId="{80E0E721-19AE-46BB-B38B-5DE6E6D52B1B}" dt="2023-08-14T09:53:02.116" v="6088"/>
          <ac:picMkLst>
            <pc:docMk/>
            <pc:sldMk cId="1527047665" sldId="344"/>
            <ac:picMk id="6" creationId="{E5F1A54E-8EDE-7982-CE25-D97660648D03}"/>
          </ac:picMkLst>
        </pc:picChg>
      </pc:sldChg>
      <pc:sldChg chg="add del">
        <pc:chgData name="Tanmay Samak" userId="20166025-7f22-4346-9b98-ec55ab787a06" providerId="ADAL" clId="{80E0E721-19AE-46BB-B38B-5DE6E6D52B1B}" dt="2023-08-14T06:33:00.967" v="4868" actId="47"/>
        <pc:sldMkLst>
          <pc:docMk/>
          <pc:sldMk cId="2173186325" sldId="345"/>
        </pc:sldMkLst>
      </pc:sldChg>
      <pc:sldChg chg="add del">
        <pc:chgData name="Tanmay Samak" userId="20166025-7f22-4346-9b98-ec55ab787a06" providerId="ADAL" clId="{80E0E721-19AE-46BB-B38B-5DE6E6D52B1B}" dt="2023-08-14T06:35:55.386" v="4879" actId="47"/>
        <pc:sldMkLst>
          <pc:docMk/>
          <pc:sldMk cId="2302807062" sldId="345"/>
        </pc:sldMkLst>
      </pc:sldChg>
      <pc:sldChg chg="add del">
        <pc:chgData name="Tanmay Samak" userId="20166025-7f22-4346-9b98-ec55ab787a06" providerId="ADAL" clId="{80E0E721-19AE-46BB-B38B-5DE6E6D52B1B}" dt="2023-08-14T06:36:24.198" v="4883" actId="47"/>
        <pc:sldMkLst>
          <pc:docMk/>
          <pc:sldMk cId="2423767285" sldId="345"/>
        </pc:sldMkLst>
      </pc:sldChg>
      <pc:sldChg chg="addSp modSp add mod modShow">
        <pc:chgData name="Tanmay Samak" userId="20166025-7f22-4346-9b98-ec55ab787a06" providerId="ADAL" clId="{80E0E721-19AE-46BB-B38B-5DE6E6D52B1B}" dt="2023-08-24T14:03:00.619" v="13041" actId="729"/>
        <pc:sldMkLst>
          <pc:docMk/>
          <pc:sldMk cId="3304476417" sldId="345"/>
        </pc:sldMkLst>
        <pc:spChg chg="mod">
          <ac:chgData name="Tanmay Samak" userId="20166025-7f22-4346-9b98-ec55ab787a06" providerId="ADAL" clId="{80E0E721-19AE-46BB-B38B-5DE6E6D52B1B}" dt="2023-08-18T15:33:52.027" v="8526"/>
          <ac:spMkLst>
            <pc:docMk/>
            <pc:sldMk cId="3304476417" sldId="345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1T01:04:50.154" v="9970"/>
          <ac:spMkLst>
            <pc:docMk/>
            <pc:sldMk cId="3304476417" sldId="345"/>
            <ac:spMk id="3" creationId="{20FEE75E-4191-DF81-29B1-94AD70DB3537}"/>
          </ac:spMkLst>
        </pc:spChg>
        <pc:spChg chg="mod">
          <ac:chgData name="Tanmay Samak" userId="20166025-7f22-4346-9b98-ec55ab787a06" providerId="ADAL" clId="{80E0E721-19AE-46BB-B38B-5DE6E6D52B1B}" dt="2023-08-21T01:31:43.279" v="10119" actId="255"/>
          <ac:spMkLst>
            <pc:docMk/>
            <pc:sldMk cId="3304476417" sldId="345"/>
            <ac:spMk id="6" creationId="{56C867CC-F971-372C-EF8B-6B6078F68C06}"/>
          </ac:spMkLst>
        </pc:spChg>
        <pc:spChg chg="add mod">
          <ac:chgData name="Tanmay Samak" userId="20166025-7f22-4346-9b98-ec55ab787a06" providerId="ADAL" clId="{80E0E721-19AE-46BB-B38B-5DE6E6D52B1B}" dt="2023-08-21T01:36:21.854" v="10251" actId="1035"/>
          <ac:spMkLst>
            <pc:docMk/>
            <pc:sldMk cId="3304476417" sldId="345"/>
            <ac:spMk id="21" creationId="{994191BE-36B6-1C10-E3A8-A01FFBEB8571}"/>
          </ac:spMkLst>
        </pc:spChg>
        <pc:spChg chg="mod">
          <ac:chgData name="Tanmay Samak" userId="20166025-7f22-4346-9b98-ec55ab787a06" providerId="ADAL" clId="{80E0E721-19AE-46BB-B38B-5DE6E6D52B1B}" dt="2023-08-21T01:34:34.237" v="10239" actId="14100"/>
          <ac:spMkLst>
            <pc:docMk/>
            <pc:sldMk cId="3304476417" sldId="345"/>
            <ac:spMk id="22" creationId="{B6202B72-0070-4511-837A-BB8D09DD7170}"/>
          </ac:spMkLst>
        </pc:spChg>
        <pc:picChg chg="mod">
          <ac:chgData name="Tanmay Samak" userId="20166025-7f22-4346-9b98-ec55ab787a06" providerId="ADAL" clId="{80E0E721-19AE-46BB-B38B-5DE6E6D52B1B}" dt="2023-08-21T01:32:51.989" v="10144" actId="1035"/>
          <ac:picMkLst>
            <pc:docMk/>
            <pc:sldMk cId="3304476417" sldId="345"/>
            <ac:picMk id="20" creationId="{44646DD2-6057-289B-54F4-B354D7371241}"/>
          </ac:picMkLst>
        </pc:picChg>
        <pc:picChg chg="add mod">
          <ac:chgData name="Tanmay Samak" userId="20166025-7f22-4346-9b98-ec55ab787a06" providerId="ADAL" clId="{80E0E721-19AE-46BB-B38B-5DE6E6D52B1B}" dt="2023-08-21T01:36:16.860" v="10247" actId="1076"/>
          <ac:picMkLst>
            <pc:docMk/>
            <pc:sldMk cId="3304476417" sldId="345"/>
            <ac:picMk id="2050" creationId="{2DD0CE13-28CC-5DBC-B390-9728AF6EDAA0}"/>
          </ac:picMkLst>
        </pc:picChg>
      </pc:sldChg>
      <pc:sldChg chg="add del">
        <pc:chgData name="Tanmay Samak" userId="20166025-7f22-4346-9b98-ec55ab787a06" providerId="ADAL" clId="{80E0E721-19AE-46BB-B38B-5DE6E6D52B1B}" dt="2023-08-14T06:37:01.895" v="4888" actId="47"/>
        <pc:sldMkLst>
          <pc:docMk/>
          <pc:sldMk cId="3875226923" sldId="345"/>
        </pc:sldMkLst>
      </pc:sldChg>
      <pc:sldChg chg="addSp delSp modSp add del mod">
        <pc:chgData name="Tanmay Samak" userId="20166025-7f22-4346-9b98-ec55ab787a06" providerId="ADAL" clId="{80E0E721-19AE-46BB-B38B-5DE6E6D52B1B}" dt="2023-08-14T12:40:22.987" v="6287" actId="47"/>
        <pc:sldMkLst>
          <pc:docMk/>
          <pc:sldMk cId="4067080060" sldId="345"/>
        </pc:sldMkLst>
        <pc:graphicFrameChg chg="add del mod">
          <ac:chgData name="Tanmay Samak" userId="20166025-7f22-4346-9b98-ec55ab787a06" providerId="ADAL" clId="{80E0E721-19AE-46BB-B38B-5DE6E6D52B1B}" dt="2023-08-14T12:38:12.968" v="6271"/>
          <ac:graphicFrameMkLst>
            <pc:docMk/>
            <pc:sldMk cId="4067080060" sldId="345"/>
            <ac:graphicFrameMk id="23" creationId="{99D7826C-5161-1C77-0C3C-66E8E881FE05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14T12:38:57.717" v="6277"/>
          <ac:graphicFrameMkLst>
            <pc:docMk/>
            <pc:sldMk cId="4067080060" sldId="345"/>
            <ac:graphicFrameMk id="25" creationId="{B6EB46DE-9BD8-5CA4-D02D-F6DB118982C8}"/>
          </ac:graphicFrameMkLst>
        </pc:graphicFrameChg>
        <pc:picChg chg="del">
          <ac:chgData name="Tanmay Samak" userId="20166025-7f22-4346-9b98-ec55ab787a06" providerId="ADAL" clId="{80E0E721-19AE-46BB-B38B-5DE6E6D52B1B}" dt="2023-08-14T12:38:03.616" v="6264" actId="478"/>
          <ac:picMkLst>
            <pc:docMk/>
            <pc:sldMk cId="4067080060" sldId="345"/>
            <ac:picMk id="19" creationId="{4DD5A884-11B3-1FA7-8BF1-CA4BA98C5D44}"/>
          </ac:picMkLst>
        </pc:picChg>
        <pc:picChg chg="del">
          <ac:chgData name="Tanmay Samak" userId="20166025-7f22-4346-9b98-ec55ab787a06" providerId="ADAL" clId="{80E0E721-19AE-46BB-B38B-5DE6E6D52B1B}" dt="2023-08-14T12:38:06.793" v="6267" actId="478"/>
          <ac:picMkLst>
            <pc:docMk/>
            <pc:sldMk cId="4067080060" sldId="345"/>
            <ac:picMk id="20" creationId="{7E12384F-24D0-AB9D-D69F-8C9ABBC7BF74}"/>
          </ac:picMkLst>
        </pc:picChg>
        <pc:picChg chg="del">
          <ac:chgData name="Tanmay Samak" userId="20166025-7f22-4346-9b98-ec55ab787a06" providerId="ADAL" clId="{80E0E721-19AE-46BB-B38B-5DE6E6D52B1B}" dt="2023-08-14T12:38:07.412" v="6268" actId="478"/>
          <ac:picMkLst>
            <pc:docMk/>
            <pc:sldMk cId="4067080060" sldId="345"/>
            <ac:picMk id="21" creationId="{121A3E65-5EC7-1669-B014-2A144955A7F6}"/>
          </ac:picMkLst>
        </pc:picChg>
        <pc:picChg chg="add del">
          <ac:chgData name="Tanmay Samak" userId="20166025-7f22-4346-9b98-ec55ab787a06" providerId="ADAL" clId="{80E0E721-19AE-46BB-B38B-5DE6E6D52B1B}" dt="2023-08-14T12:38:06.090" v="6266" actId="478"/>
          <ac:picMkLst>
            <pc:docMk/>
            <pc:sldMk cId="4067080060" sldId="345"/>
            <ac:picMk id="22" creationId="{AE7F1ED1-BDF6-EF53-A512-DB151CD78F2C}"/>
          </ac:picMkLst>
        </pc:picChg>
        <pc:picChg chg="add mod">
          <ac:chgData name="Tanmay Samak" userId="20166025-7f22-4346-9b98-ec55ab787a06" providerId="ADAL" clId="{80E0E721-19AE-46BB-B38B-5DE6E6D52B1B}" dt="2023-08-14T12:38:23.465" v="6274" actId="1076"/>
          <ac:picMkLst>
            <pc:docMk/>
            <pc:sldMk cId="4067080060" sldId="345"/>
            <ac:picMk id="24" creationId="{68FF1523-3AA7-4565-FD11-365B9D35B36D}"/>
          </ac:picMkLst>
        </pc:picChg>
        <pc:picChg chg="add mod">
          <ac:chgData name="Tanmay Samak" userId="20166025-7f22-4346-9b98-ec55ab787a06" providerId="ADAL" clId="{80E0E721-19AE-46BB-B38B-5DE6E6D52B1B}" dt="2023-08-14T12:39:04.682" v="6280" actId="1076"/>
          <ac:picMkLst>
            <pc:docMk/>
            <pc:sldMk cId="4067080060" sldId="345"/>
            <ac:picMk id="26" creationId="{53702C93-22DB-4DEF-2F00-29A4E2E926FC}"/>
          </ac:picMkLst>
        </pc:picChg>
        <pc:picChg chg="add mod">
          <ac:chgData name="Tanmay Samak" userId="20166025-7f22-4346-9b98-ec55ab787a06" providerId="ADAL" clId="{80E0E721-19AE-46BB-B38B-5DE6E6D52B1B}" dt="2023-08-14T12:39:46.579" v="6286" actId="1076"/>
          <ac:picMkLst>
            <pc:docMk/>
            <pc:sldMk cId="4067080060" sldId="345"/>
            <ac:picMk id="27" creationId="{EEE6C239-D694-46DD-A411-8265CAAFA766}"/>
          </ac:picMkLst>
        </pc:picChg>
      </pc:sldChg>
      <pc:sldChg chg="addSp delSp modSp add del mod">
        <pc:chgData name="Tanmay Samak" userId="20166025-7f22-4346-9b98-ec55ab787a06" providerId="ADAL" clId="{80E0E721-19AE-46BB-B38B-5DE6E6D52B1B}" dt="2023-08-14T13:02:37.707" v="6452" actId="47"/>
        <pc:sldMkLst>
          <pc:docMk/>
          <pc:sldMk cId="4099642939" sldId="345"/>
        </pc:sldMkLst>
        <pc:graphicFrameChg chg="add del mod">
          <ac:chgData name="Tanmay Samak" userId="20166025-7f22-4346-9b98-ec55ab787a06" providerId="ADAL" clId="{80E0E721-19AE-46BB-B38B-5DE6E6D52B1B}" dt="2023-08-14T13:00:20.342" v="6439"/>
          <ac:graphicFrameMkLst>
            <pc:docMk/>
            <pc:sldMk cId="4099642939" sldId="345"/>
            <ac:graphicFrameMk id="24" creationId="{13786F48-0A05-2604-FD54-85B6B728B5B1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14T13:00:43.090" v="6445"/>
          <ac:graphicFrameMkLst>
            <pc:docMk/>
            <pc:sldMk cId="4099642939" sldId="345"/>
            <ac:graphicFrameMk id="26" creationId="{33799C3D-5984-3F28-0AD4-A48B98474F41}"/>
          </ac:graphicFrameMkLst>
        </pc:graphicFrameChg>
        <pc:picChg chg="add del">
          <ac:chgData name="Tanmay Samak" userId="20166025-7f22-4346-9b98-ec55ab787a06" providerId="ADAL" clId="{80E0E721-19AE-46BB-B38B-5DE6E6D52B1B}" dt="2023-08-14T12:58:29.913" v="6436"/>
          <ac:picMkLst>
            <pc:docMk/>
            <pc:sldMk cId="4099642939" sldId="345"/>
            <ac:picMk id="19" creationId="{262A3963-93EB-4ECF-33E2-DD223A68DB98}"/>
          </ac:picMkLst>
        </pc:picChg>
        <pc:picChg chg="del">
          <ac:chgData name="Tanmay Samak" userId="20166025-7f22-4346-9b98-ec55ab787a06" providerId="ADAL" clId="{80E0E721-19AE-46BB-B38B-5DE6E6D52B1B}" dt="2023-08-14T12:58:28.323" v="6434" actId="478"/>
          <ac:picMkLst>
            <pc:docMk/>
            <pc:sldMk cId="4099642939" sldId="345"/>
            <ac:picMk id="20" creationId="{1507B33B-292C-5241-5B19-1FC440D95687}"/>
          </ac:picMkLst>
        </pc:picChg>
        <pc:picChg chg="del">
          <ac:chgData name="Tanmay Samak" userId="20166025-7f22-4346-9b98-ec55ab787a06" providerId="ADAL" clId="{80E0E721-19AE-46BB-B38B-5DE6E6D52B1B}" dt="2023-08-14T12:58:28.323" v="6434" actId="478"/>
          <ac:picMkLst>
            <pc:docMk/>
            <pc:sldMk cId="4099642939" sldId="345"/>
            <ac:picMk id="21" creationId="{1B08C009-56C1-483A-6F07-D3B6D809EA9B}"/>
          </ac:picMkLst>
        </pc:picChg>
        <pc:picChg chg="del">
          <ac:chgData name="Tanmay Samak" userId="20166025-7f22-4346-9b98-ec55ab787a06" providerId="ADAL" clId="{80E0E721-19AE-46BB-B38B-5DE6E6D52B1B}" dt="2023-08-14T12:58:28.323" v="6434" actId="478"/>
          <ac:picMkLst>
            <pc:docMk/>
            <pc:sldMk cId="4099642939" sldId="345"/>
            <ac:picMk id="22" creationId="{BBEB4A0F-18CC-5FDF-FD17-57AA2C50D09E}"/>
          </ac:picMkLst>
        </pc:picChg>
        <pc:picChg chg="del">
          <ac:chgData name="Tanmay Samak" userId="20166025-7f22-4346-9b98-ec55ab787a06" providerId="ADAL" clId="{80E0E721-19AE-46BB-B38B-5DE6E6D52B1B}" dt="2023-08-14T12:58:28.323" v="6434" actId="478"/>
          <ac:picMkLst>
            <pc:docMk/>
            <pc:sldMk cId="4099642939" sldId="345"/>
            <ac:picMk id="23" creationId="{8C157968-11AF-2A55-C2D4-EBB5E1769A5A}"/>
          </ac:picMkLst>
        </pc:picChg>
        <pc:picChg chg="add mod">
          <ac:chgData name="Tanmay Samak" userId="20166025-7f22-4346-9b98-ec55ab787a06" providerId="ADAL" clId="{80E0E721-19AE-46BB-B38B-5DE6E6D52B1B}" dt="2023-08-14T13:01:01.616" v="6451" actId="1076"/>
          <ac:picMkLst>
            <pc:docMk/>
            <pc:sldMk cId="4099642939" sldId="345"/>
            <ac:picMk id="25" creationId="{9856A041-90DD-91D0-894D-6AE126ABB251}"/>
          </ac:picMkLst>
        </pc:picChg>
        <pc:picChg chg="add mod">
          <ac:chgData name="Tanmay Samak" userId="20166025-7f22-4346-9b98-ec55ab787a06" providerId="ADAL" clId="{80E0E721-19AE-46BB-B38B-5DE6E6D52B1B}" dt="2023-08-14T13:00:57.482" v="6450" actId="1076"/>
          <ac:picMkLst>
            <pc:docMk/>
            <pc:sldMk cId="4099642939" sldId="345"/>
            <ac:picMk id="27" creationId="{E3E62FD2-A662-F6DF-A4CE-AE8ABDE3A03F}"/>
          </ac:picMkLst>
        </pc:picChg>
      </pc:sldChg>
      <pc:sldChg chg="addSp delSp modSp add mod">
        <pc:chgData name="Tanmay Samak" userId="20166025-7f22-4346-9b98-ec55ab787a06" providerId="ADAL" clId="{80E0E721-19AE-46BB-B38B-5DE6E6D52B1B}" dt="2023-08-25T02:01:15.467" v="15306" actId="255"/>
        <pc:sldMkLst>
          <pc:docMk/>
          <pc:sldMk cId="1865486094" sldId="346"/>
        </pc:sldMkLst>
        <pc:spChg chg="mod">
          <ac:chgData name="Tanmay Samak" userId="20166025-7f22-4346-9b98-ec55ab787a06" providerId="ADAL" clId="{80E0E721-19AE-46BB-B38B-5DE6E6D52B1B}" dt="2023-08-24T01:32:25.635" v="12333"/>
          <ac:spMkLst>
            <pc:docMk/>
            <pc:sldMk cId="1865486094" sldId="346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5T02:00:41.228" v="15298" actId="20577"/>
          <ac:spMkLst>
            <pc:docMk/>
            <pc:sldMk cId="1865486094" sldId="346"/>
            <ac:spMk id="3" creationId="{20FEE75E-4191-DF81-29B1-94AD70DB3537}"/>
          </ac:spMkLst>
        </pc:spChg>
        <pc:spChg chg="mod">
          <ac:chgData name="Tanmay Samak" userId="20166025-7f22-4346-9b98-ec55ab787a06" providerId="ADAL" clId="{80E0E721-19AE-46BB-B38B-5DE6E6D52B1B}" dt="2023-08-25T02:00:43.180" v="15299" actId="6549"/>
          <ac:spMkLst>
            <pc:docMk/>
            <pc:sldMk cId="1865486094" sldId="346"/>
            <ac:spMk id="6" creationId="{81D0CC6B-CA56-83F3-6257-D943FBE95F15}"/>
          </ac:spMkLst>
        </pc:spChg>
        <pc:spChg chg="del mod">
          <ac:chgData name="Tanmay Samak" userId="20166025-7f22-4346-9b98-ec55ab787a06" providerId="ADAL" clId="{80E0E721-19AE-46BB-B38B-5DE6E6D52B1B}" dt="2023-08-25T02:00:36.735" v="15296" actId="478"/>
          <ac:spMkLst>
            <pc:docMk/>
            <pc:sldMk cId="1865486094" sldId="346"/>
            <ac:spMk id="20" creationId="{0D874834-3BF7-95A4-E63C-36D123B99FCF}"/>
          </ac:spMkLst>
        </pc:spChg>
        <pc:spChg chg="add mod">
          <ac:chgData name="Tanmay Samak" userId="20166025-7f22-4346-9b98-ec55ab787a06" providerId="ADAL" clId="{80E0E721-19AE-46BB-B38B-5DE6E6D52B1B}" dt="2023-08-25T02:01:15.467" v="15306" actId="255"/>
          <ac:spMkLst>
            <pc:docMk/>
            <pc:sldMk cId="1865486094" sldId="346"/>
            <ac:spMk id="21" creationId="{55DDCD0A-CAB1-771D-6C4B-F85E59C352D6}"/>
          </ac:spMkLst>
        </pc:spChg>
        <pc:graphicFrameChg chg="add del mod">
          <ac:chgData name="Tanmay Samak" userId="20166025-7f22-4346-9b98-ec55ab787a06" providerId="ADAL" clId="{80E0E721-19AE-46BB-B38B-5DE6E6D52B1B}" dt="2023-08-14T19:33:05.008" v="8239"/>
          <ac:graphicFrameMkLst>
            <pc:docMk/>
            <pc:sldMk cId="1865486094" sldId="346"/>
            <ac:graphicFrameMk id="21" creationId="{17459D49-8547-5538-BF42-1024F599DFAB}"/>
          </ac:graphicFrameMkLst>
        </pc:graphicFrameChg>
        <pc:picChg chg="add mod">
          <ac:chgData name="Tanmay Samak" userId="20166025-7f22-4346-9b98-ec55ab787a06" providerId="ADAL" clId="{80E0E721-19AE-46BB-B38B-5DE6E6D52B1B}" dt="2023-08-24T12:56:21.836" v="12936" actId="1038"/>
          <ac:picMkLst>
            <pc:docMk/>
            <pc:sldMk cId="1865486094" sldId="346"/>
            <ac:picMk id="22" creationId="{398ED745-C7E7-513C-BA83-551D24F29B5D}"/>
          </ac:picMkLst>
        </pc:picChg>
        <pc:picChg chg="del">
          <ac:chgData name="Tanmay Samak" userId="20166025-7f22-4346-9b98-ec55ab787a06" providerId="ADAL" clId="{80E0E721-19AE-46BB-B38B-5DE6E6D52B1B}" dt="2023-08-14T19:33:04.037" v="8236" actId="478"/>
          <ac:picMkLst>
            <pc:docMk/>
            <pc:sldMk cId="1865486094" sldId="346"/>
            <ac:picMk id="1026" creationId="{12322487-B230-0B35-E6F0-F57175D5FE07}"/>
          </ac:picMkLst>
        </pc:picChg>
      </pc:sldChg>
      <pc:sldChg chg="modSp add mod">
        <pc:chgData name="Tanmay Samak" userId="20166025-7f22-4346-9b98-ec55ab787a06" providerId="ADAL" clId="{80E0E721-19AE-46BB-B38B-5DE6E6D52B1B}" dt="2023-08-20T18:19:37.865" v="9248" actId="21"/>
        <pc:sldMkLst>
          <pc:docMk/>
          <pc:sldMk cId="3123430439" sldId="347"/>
        </pc:sldMkLst>
        <pc:spChg chg="mod">
          <ac:chgData name="Tanmay Samak" userId="20166025-7f22-4346-9b98-ec55ab787a06" providerId="ADAL" clId="{80E0E721-19AE-46BB-B38B-5DE6E6D52B1B}" dt="2023-08-20T18:19:37.865" v="9248" actId="21"/>
          <ac:spMkLst>
            <pc:docMk/>
            <pc:sldMk cId="3123430439" sldId="347"/>
            <ac:spMk id="3" creationId="{19F2D61E-BBDD-019A-A6F5-CF5FB6BE754B}"/>
          </ac:spMkLst>
        </pc:spChg>
      </pc:sldChg>
      <pc:sldChg chg="modSp add mod">
        <pc:chgData name="Tanmay Samak" userId="20166025-7f22-4346-9b98-ec55ab787a06" providerId="ADAL" clId="{80E0E721-19AE-46BB-B38B-5DE6E6D52B1B}" dt="2023-08-25T00:28:17.166" v="13338" actId="313"/>
        <pc:sldMkLst>
          <pc:docMk/>
          <pc:sldMk cId="2525223451" sldId="348"/>
        </pc:sldMkLst>
        <pc:spChg chg="mod">
          <ac:chgData name="Tanmay Samak" userId="20166025-7f22-4346-9b98-ec55ab787a06" providerId="ADAL" clId="{80E0E721-19AE-46BB-B38B-5DE6E6D52B1B}" dt="2023-08-25T00:28:17.166" v="13338" actId="313"/>
          <ac:spMkLst>
            <pc:docMk/>
            <pc:sldMk cId="2525223451" sldId="348"/>
            <ac:spMk id="3" creationId="{19F2D61E-BBDD-019A-A6F5-CF5FB6BE754B}"/>
          </ac:spMkLst>
        </pc:spChg>
      </pc:sldChg>
      <pc:sldChg chg="addSp delSp modSp add mod">
        <pc:chgData name="Tanmay Samak" userId="20166025-7f22-4346-9b98-ec55ab787a06" providerId="ADAL" clId="{80E0E721-19AE-46BB-B38B-5DE6E6D52B1B}" dt="2023-08-25T02:03:25.814" v="15330" actId="6549"/>
        <pc:sldMkLst>
          <pc:docMk/>
          <pc:sldMk cId="1857989368" sldId="349"/>
        </pc:sldMkLst>
        <pc:spChg chg="mod">
          <ac:chgData name="Tanmay Samak" userId="20166025-7f22-4346-9b98-ec55ab787a06" providerId="ADAL" clId="{80E0E721-19AE-46BB-B38B-5DE6E6D52B1B}" dt="2023-08-24T01:32:39.339" v="12346"/>
          <ac:spMkLst>
            <pc:docMk/>
            <pc:sldMk cId="1857989368" sldId="349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5T02:02:39.328" v="15316"/>
          <ac:spMkLst>
            <pc:docMk/>
            <pc:sldMk cId="1857989368" sldId="349"/>
            <ac:spMk id="3" creationId="{20FEE75E-4191-DF81-29B1-94AD70DB3537}"/>
          </ac:spMkLst>
        </pc:spChg>
        <pc:spChg chg="del">
          <ac:chgData name="Tanmay Samak" userId="20166025-7f22-4346-9b98-ec55ab787a06" providerId="ADAL" clId="{80E0E721-19AE-46BB-B38B-5DE6E6D52B1B}" dt="2023-08-20T20:03:37.769" v="9348" actId="478"/>
          <ac:spMkLst>
            <pc:docMk/>
            <pc:sldMk cId="1857989368" sldId="349"/>
            <ac:spMk id="6" creationId="{44618214-D494-D82E-A6F2-B203076950DD}"/>
          </ac:spMkLst>
        </pc:spChg>
        <pc:spChg chg="mod">
          <ac:chgData name="Tanmay Samak" userId="20166025-7f22-4346-9b98-ec55ab787a06" providerId="ADAL" clId="{80E0E721-19AE-46BB-B38B-5DE6E6D52B1B}" dt="2023-08-25T02:03:25.814" v="15330" actId="6549"/>
          <ac:spMkLst>
            <pc:docMk/>
            <pc:sldMk cId="1857989368" sldId="349"/>
            <ac:spMk id="21" creationId="{7671FE29-7D99-79C8-4E9C-46FEC0B03BC9}"/>
          </ac:spMkLst>
        </pc:spChg>
        <pc:spChg chg="add mod">
          <ac:chgData name="Tanmay Samak" userId="20166025-7f22-4346-9b98-ec55ab787a06" providerId="ADAL" clId="{80E0E721-19AE-46BB-B38B-5DE6E6D52B1B}" dt="2023-08-24T14:18:35.725" v="13104" actId="1036"/>
          <ac:spMkLst>
            <pc:docMk/>
            <pc:sldMk cId="1857989368" sldId="349"/>
            <ac:spMk id="26" creationId="{B575BF57-F812-69E9-ADC8-792240519D3B}"/>
          </ac:spMkLst>
        </pc:spChg>
        <pc:spChg chg="add del mod">
          <ac:chgData name="Tanmay Samak" userId="20166025-7f22-4346-9b98-ec55ab787a06" providerId="ADAL" clId="{80E0E721-19AE-46BB-B38B-5DE6E6D52B1B}" dt="2023-08-20T20:13:33.558" v="9374"/>
          <ac:spMkLst>
            <pc:docMk/>
            <pc:sldMk cId="1857989368" sldId="349"/>
            <ac:spMk id="27" creationId="{7E669997-45F7-BCD7-EA6D-DACF26336465}"/>
          </ac:spMkLst>
        </pc:spChg>
        <pc:spChg chg="add mod">
          <ac:chgData name="Tanmay Samak" userId="20166025-7f22-4346-9b98-ec55ab787a06" providerId="ADAL" clId="{80E0E721-19AE-46BB-B38B-5DE6E6D52B1B}" dt="2023-08-25T02:02:52.357" v="15318" actId="6549"/>
          <ac:spMkLst>
            <pc:docMk/>
            <pc:sldMk cId="1857989368" sldId="349"/>
            <ac:spMk id="28" creationId="{30CAD16B-D523-0D62-7A7D-BB51EB296ADC}"/>
          </ac:spMkLst>
        </pc:spChg>
        <pc:graphicFrameChg chg="add del mod">
          <ac:chgData name="Tanmay Samak" userId="20166025-7f22-4346-9b98-ec55ab787a06" providerId="ADAL" clId="{80E0E721-19AE-46BB-B38B-5DE6E6D52B1B}" dt="2023-08-20T20:03:38.729" v="9351"/>
          <ac:graphicFrameMkLst>
            <pc:docMk/>
            <pc:sldMk cId="1857989368" sldId="349"/>
            <ac:graphicFrameMk id="24" creationId="{052CCBF4-D7EA-336A-331B-0985C27DA19F}"/>
          </ac:graphicFrameMkLst>
        </pc:graphicFrameChg>
        <pc:picChg chg="del">
          <ac:chgData name="Tanmay Samak" userId="20166025-7f22-4346-9b98-ec55ab787a06" providerId="ADAL" clId="{80E0E721-19AE-46BB-B38B-5DE6E6D52B1B}" dt="2023-08-20T20:03:37.769" v="9348" actId="478"/>
          <ac:picMkLst>
            <pc:docMk/>
            <pc:sldMk cId="1857989368" sldId="349"/>
            <ac:picMk id="20" creationId="{5D82378C-5E20-4B76-56DC-429F06BD9553}"/>
          </ac:picMkLst>
        </pc:picChg>
        <pc:picChg chg="del">
          <ac:chgData name="Tanmay Samak" userId="20166025-7f22-4346-9b98-ec55ab787a06" providerId="ADAL" clId="{80E0E721-19AE-46BB-B38B-5DE6E6D52B1B}" dt="2023-08-20T20:03:37.769" v="9348" actId="478"/>
          <ac:picMkLst>
            <pc:docMk/>
            <pc:sldMk cId="1857989368" sldId="349"/>
            <ac:picMk id="22" creationId="{AC35BBC1-3F52-E7DE-4438-9F4EF26DDDF8}"/>
          </ac:picMkLst>
        </pc:picChg>
        <pc:picChg chg="del">
          <ac:chgData name="Tanmay Samak" userId="20166025-7f22-4346-9b98-ec55ab787a06" providerId="ADAL" clId="{80E0E721-19AE-46BB-B38B-5DE6E6D52B1B}" dt="2023-08-20T20:03:37.769" v="9348" actId="478"/>
          <ac:picMkLst>
            <pc:docMk/>
            <pc:sldMk cId="1857989368" sldId="349"/>
            <ac:picMk id="23" creationId="{AB94E4AC-B9D6-EEEB-1F95-EF07BD35BB2C}"/>
          </ac:picMkLst>
        </pc:picChg>
        <pc:picChg chg="add mod">
          <ac:chgData name="Tanmay Samak" userId="20166025-7f22-4346-9b98-ec55ab787a06" providerId="ADAL" clId="{80E0E721-19AE-46BB-B38B-5DE6E6D52B1B}" dt="2023-08-24T14:18:35.725" v="13104" actId="1036"/>
          <ac:picMkLst>
            <pc:docMk/>
            <pc:sldMk cId="1857989368" sldId="349"/>
            <ac:picMk id="25" creationId="{5C6A63CC-35DA-BB5B-24FA-C8659EB70A6C}"/>
          </ac:picMkLst>
        </pc:picChg>
        <pc:picChg chg="del">
          <ac:chgData name="Tanmay Samak" userId="20166025-7f22-4346-9b98-ec55ab787a06" providerId="ADAL" clId="{80E0E721-19AE-46BB-B38B-5DE6E6D52B1B}" dt="2023-08-20T20:03:37.769" v="9348" actId="478"/>
          <ac:picMkLst>
            <pc:docMk/>
            <pc:sldMk cId="1857989368" sldId="349"/>
            <ac:picMk id="10242" creationId="{ADE80EB0-319F-AB56-F787-A59DE35C7D9C}"/>
          </ac:picMkLst>
        </pc:picChg>
        <pc:picChg chg="del">
          <ac:chgData name="Tanmay Samak" userId="20166025-7f22-4346-9b98-ec55ab787a06" providerId="ADAL" clId="{80E0E721-19AE-46BB-B38B-5DE6E6D52B1B}" dt="2023-08-20T20:03:37.769" v="9348" actId="478"/>
          <ac:picMkLst>
            <pc:docMk/>
            <pc:sldMk cId="1857989368" sldId="349"/>
            <ac:picMk id="10244" creationId="{590636CE-A3D7-CE0B-BEBD-66CC660151C7}"/>
          </ac:picMkLst>
        </pc:picChg>
      </pc:sldChg>
      <pc:sldChg chg="modSp add mod">
        <pc:chgData name="Tanmay Samak" userId="20166025-7f22-4346-9b98-ec55ab787a06" providerId="ADAL" clId="{80E0E721-19AE-46BB-B38B-5DE6E6D52B1B}" dt="2023-08-21T03:00:34.293" v="11289" actId="20577"/>
        <pc:sldMkLst>
          <pc:docMk/>
          <pc:sldMk cId="2492870460" sldId="350"/>
        </pc:sldMkLst>
        <pc:spChg chg="mod">
          <ac:chgData name="Tanmay Samak" userId="20166025-7f22-4346-9b98-ec55ab787a06" providerId="ADAL" clId="{80E0E721-19AE-46BB-B38B-5DE6E6D52B1B}" dt="2023-08-21T03:00:34.293" v="11289" actId="20577"/>
          <ac:spMkLst>
            <pc:docMk/>
            <pc:sldMk cId="2492870460" sldId="350"/>
            <ac:spMk id="3" creationId="{19F2D61E-BBDD-019A-A6F5-CF5FB6BE754B}"/>
          </ac:spMkLst>
        </pc:spChg>
      </pc:sldChg>
      <pc:sldChg chg="modSp add mod ord">
        <pc:chgData name="Tanmay Samak" userId="20166025-7f22-4346-9b98-ec55ab787a06" providerId="ADAL" clId="{80E0E721-19AE-46BB-B38B-5DE6E6D52B1B}" dt="2023-08-21T02:31:37.250" v="10900"/>
        <pc:sldMkLst>
          <pc:docMk/>
          <pc:sldMk cId="2233499825" sldId="351"/>
        </pc:sldMkLst>
        <pc:spChg chg="mod">
          <ac:chgData name="Tanmay Samak" userId="20166025-7f22-4346-9b98-ec55ab787a06" providerId="ADAL" clId="{80E0E721-19AE-46BB-B38B-5DE6E6D52B1B}" dt="2023-08-21T02:31:34.259" v="10898" actId="20577"/>
          <ac:spMkLst>
            <pc:docMk/>
            <pc:sldMk cId="2233499825" sldId="351"/>
            <ac:spMk id="3" creationId="{19F2D61E-BBDD-019A-A6F5-CF5FB6BE754B}"/>
          </ac:spMkLst>
        </pc:spChg>
      </pc:sldChg>
      <pc:sldChg chg="modSp add mod">
        <pc:chgData name="Tanmay Samak" userId="20166025-7f22-4346-9b98-ec55ab787a06" providerId="ADAL" clId="{80E0E721-19AE-46BB-B38B-5DE6E6D52B1B}" dt="2023-08-21T03:19:36.375" v="11589" actId="20577"/>
        <pc:sldMkLst>
          <pc:docMk/>
          <pc:sldMk cId="2434437159" sldId="352"/>
        </pc:sldMkLst>
        <pc:spChg chg="mod">
          <ac:chgData name="Tanmay Samak" userId="20166025-7f22-4346-9b98-ec55ab787a06" providerId="ADAL" clId="{80E0E721-19AE-46BB-B38B-5DE6E6D52B1B}" dt="2023-08-21T03:19:36.375" v="11589" actId="20577"/>
          <ac:spMkLst>
            <pc:docMk/>
            <pc:sldMk cId="2434437159" sldId="352"/>
            <ac:spMk id="3" creationId="{19F2D61E-BBDD-019A-A6F5-CF5FB6BE754B}"/>
          </ac:spMkLst>
        </pc:spChg>
      </pc:sldChg>
      <pc:sldChg chg="modSp add mod">
        <pc:chgData name="Tanmay Samak" userId="20166025-7f22-4346-9b98-ec55ab787a06" providerId="ADAL" clId="{80E0E721-19AE-46BB-B38B-5DE6E6D52B1B}" dt="2023-08-25T02:42:10.196" v="15612" actId="20577"/>
        <pc:sldMkLst>
          <pc:docMk/>
          <pc:sldMk cId="1296240952" sldId="353"/>
        </pc:sldMkLst>
        <pc:spChg chg="mod">
          <ac:chgData name="Tanmay Samak" userId="20166025-7f22-4346-9b98-ec55ab787a06" providerId="ADAL" clId="{80E0E721-19AE-46BB-B38B-5DE6E6D52B1B}" dt="2023-08-25T02:42:10.196" v="15612" actId="20577"/>
          <ac:spMkLst>
            <pc:docMk/>
            <pc:sldMk cId="1296240952" sldId="353"/>
            <ac:spMk id="3" creationId="{19F2D61E-BBDD-019A-A6F5-CF5FB6BE754B}"/>
          </ac:spMkLst>
        </pc:spChg>
      </pc:sldChg>
      <pc:sldChg chg="addSp delSp modSp add del mod">
        <pc:chgData name="Tanmay Samak" userId="20166025-7f22-4346-9b98-ec55ab787a06" providerId="ADAL" clId="{80E0E721-19AE-46BB-B38B-5DE6E6D52B1B}" dt="2023-08-24T01:26:16.483" v="12181" actId="47"/>
        <pc:sldMkLst>
          <pc:docMk/>
          <pc:sldMk cId="620078768" sldId="354"/>
        </pc:sldMkLst>
        <pc:spChg chg="mod">
          <ac:chgData name="Tanmay Samak" userId="20166025-7f22-4346-9b98-ec55ab787a06" providerId="ADAL" clId="{80E0E721-19AE-46BB-B38B-5DE6E6D52B1B}" dt="2023-08-24T01:24:56.204" v="12172"/>
          <ac:spMkLst>
            <pc:docMk/>
            <pc:sldMk cId="620078768" sldId="354"/>
            <ac:spMk id="2" creationId="{87658E01-20F8-C471-DF10-B1DE14EEE1D4}"/>
          </ac:spMkLst>
        </pc:spChg>
        <pc:spChg chg="del">
          <ac:chgData name="Tanmay Samak" userId="20166025-7f22-4346-9b98-ec55ab787a06" providerId="ADAL" clId="{80E0E721-19AE-46BB-B38B-5DE6E6D52B1B}" dt="2023-08-24T01:25:03.320" v="12173" actId="478"/>
          <ac:spMkLst>
            <pc:docMk/>
            <pc:sldMk cId="620078768" sldId="354"/>
            <ac:spMk id="28" creationId="{4C101AA6-203C-9E35-9E1D-11477B05F862}"/>
          </ac:spMkLst>
        </pc:spChg>
        <pc:spChg chg="del">
          <ac:chgData name="Tanmay Samak" userId="20166025-7f22-4346-9b98-ec55ab787a06" providerId="ADAL" clId="{80E0E721-19AE-46BB-B38B-5DE6E6D52B1B}" dt="2023-08-24T01:25:03.320" v="12173" actId="478"/>
          <ac:spMkLst>
            <pc:docMk/>
            <pc:sldMk cId="620078768" sldId="354"/>
            <ac:spMk id="29" creationId="{291992D0-BB73-A0EC-EC2D-20EBD1960EC3}"/>
          </ac:spMkLst>
        </pc:spChg>
        <pc:spChg chg="del">
          <ac:chgData name="Tanmay Samak" userId="20166025-7f22-4346-9b98-ec55ab787a06" providerId="ADAL" clId="{80E0E721-19AE-46BB-B38B-5DE6E6D52B1B}" dt="2023-08-24T01:25:03.320" v="12173" actId="478"/>
          <ac:spMkLst>
            <pc:docMk/>
            <pc:sldMk cId="620078768" sldId="354"/>
            <ac:spMk id="30" creationId="{5928C768-91FF-671E-8106-2628E2B7566F}"/>
          </ac:spMkLst>
        </pc:spChg>
        <pc:spChg chg="del">
          <ac:chgData name="Tanmay Samak" userId="20166025-7f22-4346-9b98-ec55ab787a06" providerId="ADAL" clId="{80E0E721-19AE-46BB-B38B-5DE6E6D52B1B}" dt="2023-08-24T01:25:03.320" v="12173" actId="478"/>
          <ac:spMkLst>
            <pc:docMk/>
            <pc:sldMk cId="620078768" sldId="354"/>
            <ac:spMk id="31" creationId="{AA179D53-77E3-8F24-7386-293BB4B7E421}"/>
          </ac:spMkLst>
        </pc:spChg>
        <pc:spChg chg="del">
          <ac:chgData name="Tanmay Samak" userId="20166025-7f22-4346-9b98-ec55ab787a06" providerId="ADAL" clId="{80E0E721-19AE-46BB-B38B-5DE6E6D52B1B}" dt="2023-08-24T01:25:03.320" v="12173" actId="478"/>
          <ac:spMkLst>
            <pc:docMk/>
            <pc:sldMk cId="620078768" sldId="354"/>
            <ac:spMk id="32" creationId="{42DAD702-25CD-7CA0-0638-5F222425C5A7}"/>
          </ac:spMkLst>
        </pc:spChg>
        <pc:spChg chg="del">
          <ac:chgData name="Tanmay Samak" userId="20166025-7f22-4346-9b98-ec55ab787a06" providerId="ADAL" clId="{80E0E721-19AE-46BB-B38B-5DE6E6D52B1B}" dt="2023-08-24T01:25:03.320" v="12173" actId="478"/>
          <ac:spMkLst>
            <pc:docMk/>
            <pc:sldMk cId="620078768" sldId="354"/>
            <ac:spMk id="33" creationId="{BD3CCF82-0ACA-086B-FAA1-78DD029DE27B}"/>
          </ac:spMkLst>
        </pc:spChg>
        <pc:spChg chg="del">
          <ac:chgData name="Tanmay Samak" userId="20166025-7f22-4346-9b98-ec55ab787a06" providerId="ADAL" clId="{80E0E721-19AE-46BB-B38B-5DE6E6D52B1B}" dt="2023-08-24T01:25:03.320" v="12173" actId="478"/>
          <ac:spMkLst>
            <pc:docMk/>
            <pc:sldMk cId="620078768" sldId="354"/>
            <ac:spMk id="34" creationId="{471763B7-8529-4DF6-C7E3-4351983AA50D}"/>
          </ac:spMkLst>
        </pc:spChg>
        <pc:spChg chg="del">
          <ac:chgData name="Tanmay Samak" userId="20166025-7f22-4346-9b98-ec55ab787a06" providerId="ADAL" clId="{80E0E721-19AE-46BB-B38B-5DE6E6D52B1B}" dt="2023-08-24T01:25:03.320" v="12173" actId="478"/>
          <ac:spMkLst>
            <pc:docMk/>
            <pc:sldMk cId="620078768" sldId="354"/>
            <ac:spMk id="35" creationId="{FE3FCAA5-57F7-3210-19E5-FDD428DB5100}"/>
          </ac:spMkLst>
        </pc:spChg>
        <pc:spChg chg="add mod">
          <ac:chgData name="Tanmay Samak" userId="20166025-7f22-4346-9b98-ec55ab787a06" providerId="ADAL" clId="{80E0E721-19AE-46BB-B38B-5DE6E6D52B1B}" dt="2023-08-24T01:25:03.631" v="12174"/>
          <ac:spMkLst>
            <pc:docMk/>
            <pc:sldMk cId="620078768" sldId="354"/>
            <ac:spMk id="41" creationId="{C1F460F4-4B98-481F-D102-58DE7476B98F}"/>
          </ac:spMkLst>
        </pc:spChg>
        <pc:spChg chg="add mod">
          <ac:chgData name="Tanmay Samak" userId="20166025-7f22-4346-9b98-ec55ab787a06" providerId="ADAL" clId="{80E0E721-19AE-46BB-B38B-5DE6E6D52B1B}" dt="2023-08-24T01:25:03.631" v="12174"/>
          <ac:spMkLst>
            <pc:docMk/>
            <pc:sldMk cId="620078768" sldId="354"/>
            <ac:spMk id="42" creationId="{EF216974-05AC-8868-3CA0-6C15CC6CF881}"/>
          </ac:spMkLst>
        </pc:spChg>
        <pc:spChg chg="add mod">
          <ac:chgData name="Tanmay Samak" userId="20166025-7f22-4346-9b98-ec55ab787a06" providerId="ADAL" clId="{80E0E721-19AE-46BB-B38B-5DE6E6D52B1B}" dt="2023-08-24T01:25:03.631" v="12174"/>
          <ac:spMkLst>
            <pc:docMk/>
            <pc:sldMk cId="620078768" sldId="354"/>
            <ac:spMk id="43" creationId="{E8518BB1-2264-9B6F-CC27-612FAF58BA71}"/>
          </ac:spMkLst>
        </pc:spChg>
        <pc:spChg chg="add mod">
          <ac:chgData name="Tanmay Samak" userId="20166025-7f22-4346-9b98-ec55ab787a06" providerId="ADAL" clId="{80E0E721-19AE-46BB-B38B-5DE6E6D52B1B}" dt="2023-08-24T01:25:03.631" v="12174"/>
          <ac:spMkLst>
            <pc:docMk/>
            <pc:sldMk cId="620078768" sldId="354"/>
            <ac:spMk id="44" creationId="{24B804FB-9FB2-0B5C-7B57-3C97345B4752}"/>
          </ac:spMkLst>
        </pc:spChg>
        <pc:spChg chg="add mod">
          <ac:chgData name="Tanmay Samak" userId="20166025-7f22-4346-9b98-ec55ab787a06" providerId="ADAL" clId="{80E0E721-19AE-46BB-B38B-5DE6E6D52B1B}" dt="2023-08-24T01:25:03.631" v="12174"/>
          <ac:spMkLst>
            <pc:docMk/>
            <pc:sldMk cId="620078768" sldId="354"/>
            <ac:spMk id="45" creationId="{FED3FF0F-FF31-1253-3D17-1BC61AF430CB}"/>
          </ac:spMkLst>
        </pc:spChg>
        <pc:spChg chg="add mod">
          <ac:chgData name="Tanmay Samak" userId="20166025-7f22-4346-9b98-ec55ab787a06" providerId="ADAL" clId="{80E0E721-19AE-46BB-B38B-5DE6E6D52B1B}" dt="2023-08-24T01:25:03.631" v="12174"/>
          <ac:spMkLst>
            <pc:docMk/>
            <pc:sldMk cId="620078768" sldId="354"/>
            <ac:spMk id="46" creationId="{658C65EE-7D02-CA2D-5580-35A8FE9C738A}"/>
          </ac:spMkLst>
        </pc:spChg>
        <pc:spChg chg="add mod">
          <ac:chgData name="Tanmay Samak" userId="20166025-7f22-4346-9b98-ec55ab787a06" providerId="ADAL" clId="{80E0E721-19AE-46BB-B38B-5DE6E6D52B1B}" dt="2023-08-24T01:25:03.631" v="12174"/>
          <ac:spMkLst>
            <pc:docMk/>
            <pc:sldMk cId="620078768" sldId="354"/>
            <ac:spMk id="47" creationId="{929B03F9-BB2D-026D-4958-9A6CF6BCF384}"/>
          </ac:spMkLst>
        </pc:spChg>
        <pc:spChg chg="add mod">
          <ac:chgData name="Tanmay Samak" userId="20166025-7f22-4346-9b98-ec55ab787a06" providerId="ADAL" clId="{80E0E721-19AE-46BB-B38B-5DE6E6D52B1B}" dt="2023-08-24T01:25:03.631" v="12174"/>
          <ac:spMkLst>
            <pc:docMk/>
            <pc:sldMk cId="620078768" sldId="354"/>
            <ac:spMk id="48" creationId="{69FA33A5-36A1-0870-EE05-DFB484B15789}"/>
          </ac:spMkLst>
        </pc:spChg>
        <pc:spChg chg="add mod">
          <ac:chgData name="Tanmay Samak" userId="20166025-7f22-4346-9b98-ec55ab787a06" providerId="ADAL" clId="{80E0E721-19AE-46BB-B38B-5DE6E6D52B1B}" dt="2023-08-24T01:25:09.584" v="12175"/>
          <ac:spMkLst>
            <pc:docMk/>
            <pc:sldMk cId="620078768" sldId="354"/>
            <ac:spMk id="49" creationId="{2EECB72F-CAC9-0F13-E315-EC1F8105C926}"/>
          </ac:spMkLst>
        </pc:spChg>
        <pc:spChg chg="add mod">
          <ac:chgData name="Tanmay Samak" userId="20166025-7f22-4346-9b98-ec55ab787a06" providerId="ADAL" clId="{80E0E721-19AE-46BB-B38B-5DE6E6D52B1B}" dt="2023-08-24T01:25:09.584" v="12175"/>
          <ac:spMkLst>
            <pc:docMk/>
            <pc:sldMk cId="620078768" sldId="354"/>
            <ac:spMk id="50" creationId="{E98D32C9-32EC-7B19-C5F3-F815E2D1E290}"/>
          </ac:spMkLst>
        </pc:spChg>
        <pc:spChg chg="add mod">
          <ac:chgData name="Tanmay Samak" userId="20166025-7f22-4346-9b98-ec55ab787a06" providerId="ADAL" clId="{80E0E721-19AE-46BB-B38B-5DE6E6D52B1B}" dt="2023-08-24T01:25:09.584" v="12175"/>
          <ac:spMkLst>
            <pc:docMk/>
            <pc:sldMk cId="620078768" sldId="354"/>
            <ac:spMk id="51" creationId="{4D860D95-0EFD-8561-269A-6F20ED1F4F80}"/>
          </ac:spMkLst>
        </pc:spChg>
        <pc:spChg chg="add mod">
          <ac:chgData name="Tanmay Samak" userId="20166025-7f22-4346-9b98-ec55ab787a06" providerId="ADAL" clId="{80E0E721-19AE-46BB-B38B-5DE6E6D52B1B}" dt="2023-08-24T01:25:23.183" v="12177"/>
          <ac:spMkLst>
            <pc:docMk/>
            <pc:sldMk cId="620078768" sldId="354"/>
            <ac:spMk id="52" creationId="{5599E9CC-DFE8-407F-C152-A23A7562DD10}"/>
          </ac:spMkLst>
        </pc:spChg>
        <pc:graphicFrameChg chg="mod">
          <ac:chgData name="Tanmay Samak" userId="20166025-7f22-4346-9b98-ec55ab787a06" providerId="ADAL" clId="{80E0E721-19AE-46BB-B38B-5DE6E6D52B1B}" dt="2023-08-24T01:25:50.670" v="12178" actId="11530"/>
          <ac:graphicFrameMkLst>
            <pc:docMk/>
            <pc:sldMk cId="620078768" sldId="354"/>
            <ac:graphicFrameMk id="6" creationId="{7A17235F-A143-5E6C-0B30-DE07791D02ED}"/>
          </ac:graphicFrameMkLst>
        </pc:graphicFrameChg>
        <pc:cxnChg chg="del">
          <ac:chgData name="Tanmay Samak" userId="20166025-7f22-4346-9b98-ec55ab787a06" providerId="ADAL" clId="{80E0E721-19AE-46BB-B38B-5DE6E6D52B1B}" dt="2023-08-24T01:25:03.320" v="12173" actId="478"/>
          <ac:cxnSpMkLst>
            <pc:docMk/>
            <pc:sldMk cId="620078768" sldId="354"/>
            <ac:cxnSpMk id="3" creationId="{F2AB5F00-E6D1-45DF-A2A5-94DBCB3A5601}"/>
          </ac:cxnSpMkLst>
        </pc:cxnChg>
        <pc:cxnChg chg="del">
          <ac:chgData name="Tanmay Samak" userId="20166025-7f22-4346-9b98-ec55ab787a06" providerId="ADAL" clId="{80E0E721-19AE-46BB-B38B-5DE6E6D52B1B}" dt="2023-08-24T01:25:03.320" v="12173" actId="478"/>
          <ac:cxnSpMkLst>
            <pc:docMk/>
            <pc:sldMk cId="620078768" sldId="354"/>
            <ac:cxnSpMk id="24" creationId="{C22CD6AC-A54F-020E-17AE-0AFCC1239F36}"/>
          </ac:cxnSpMkLst>
        </pc:cxnChg>
        <pc:cxnChg chg="del">
          <ac:chgData name="Tanmay Samak" userId="20166025-7f22-4346-9b98-ec55ab787a06" providerId="ADAL" clId="{80E0E721-19AE-46BB-B38B-5DE6E6D52B1B}" dt="2023-08-24T01:25:03.320" v="12173" actId="478"/>
          <ac:cxnSpMkLst>
            <pc:docMk/>
            <pc:sldMk cId="620078768" sldId="354"/>
            <ac:cxnSpMk id="25" creationId="{ADECBD14-BF70-446F-854A-9F40058760EC}"/>
          </ac:cxnSpMkLst>
        </pc:cxnChg>
        <pc:cxnChg chg="del">
          <ac:chgData name="Tanmay Samak" userId="20166025-7f22-4346-9b98-ec55ab787a06" providerId="ADAL" clId="{80E0E721-19AE-46BB-B38B-5DE6E6D52B1B}" dt="2023-08-24T01:25:03.320" v="12173" actId="478"/>
          <ac:cxnSpMkLst>
            <pc:docMk/>
            <pc:sldMk cId="620078768" sldId="354"/>
            <ac:cxnSpMk id="26" creationId="{F5ACADCC-4F9A-1181-5471-3A2CAD7DE588}"/>
          </ac:cxnSpMkLst>
        </pc:cxnChg>
        <pc:cxnChg chg="del">
          <ac:chgData name="Tanmay Samak" userId="20166025-7f22-4346-9b98-ec55ab787a06" providerId="ADAL" clId="{80E0E721-19AE-46BB-B38B-5DE6E6D52B1B}" dt="2023-08-24T01:25:03.320" v="12173" actId="478"/>
          <ac:cxnSpMkLst>
            <pc:docMk/>
            <pc:sldMk cId="620078768" sldId="354"/>
            <ac:cxnSpMk id="27" creationId="{817DBD95-E3C7-249D-92B9-67277238CE07}"/>
          </ac:cxnSpMkLst>
        </pc:cxnChg>
        <pc:cxnChg chg="add mod">
          <ac:chgData name="Tanmay Samak" userId="20166025-7f22-4346-9b98-ec55ab787a06" providerId="ADAL" clId="{80E0E721-19AE-46BB-B38B-5DE6E6D52B1B}" dt="2023-08-24T01:25:03.631" v="12174"/>
          <ac:cxnSpMkLst>
            <pc:docMk/>
            <pc:sldMk cId="620078768" sldId="354"/>
            <ac:cxnSpMk id="36" creationId="{A38305B9-3315-6207-3D2E-32FD39BAB209}"/>
          </ac:cxnSpMkLst>
        </pc:cxnChg>
        <pc:cxnChg chg="add mod">
          <ac:chgData name="Tanmay Samak" userId="20166025-7f22-4346-9b98-ec55ab787a06" providerId="ADAL" clId="{80E0E721-19AE-46BB-B38B-5DE6E6D52B1B}" dt="2023-08-24T01:25:03.631" v="12174"/>
          <ac:cxnSpMkLst>
            <pc:docMk/>
            <pc:sldMk cId="620078768" sldId="354"/>
            <ac:cxnSpMk id="37" creationId="{723BF8C4-6D82-D4AA-4DEF-DCBBB9979AAA}"/>
          </ac:cxnSpMkLst>
        </pc:cxnChg>
        <pc:cxnChg chg="add mod">
          <ac:chgData name="Tanmay Samak" userId="20166025-7f22-4346-9b98-ec55ab787a06" providerId="ADAL" clId="{80E0E721-19AE-46BB-B38B-5DE6E6D52B1B}" dt="2023-08-24T01:25:03.631" v="12174"/>
          <ac:cxnSpMkLst>
            <pc:docMk/>
            <pc:sldMk cId="620078768" sldId="354"/>
            <ac:cxnSpMk id="38" creationId="{B224E0CE-C1B4-348F-1337-4340697CEFCB}"/>
          </ac:cxnSpMkLst>
        </pc:cxnChg>
        <pc:cxnChg chg="add mod">
          <ac:chgData name="Tanmay Samak" userId="20166025-7f22-4346-9b98-ec55ab787a06" providerId="ADAL" clId="{80E0E721-19AE-46BB-B38B-5DE6E6D52B1B}" dt="2023-08-24T01:25:03.631" v="12174"/>
          <ac:cxnSpMkLst>
            <pc:docMk/>
            <pc:sldMk cId="620078768" sldId="354"/>
            <ac:cxnSpMk id="39" creationId="{82E28DEE-DCC0-E009-2AAA-A93B25B8707F}"/>
          </ac:cxnSpMkLst>
        </pc:cxnChg>
        <pc:cxnChg chg="add mod">
          <ac:chgData name="Tanmay Samak" userId="20166025-7f22-4346-9b98-ec55ab787a06" providerId="ADAL" clId="{80E0E721-19AE-46BB-B38B-5DE6E6D52B1B}" dt="2023-08-24T01:25:03.631" v="12174"/>
          <ac:cxnSpMkLst>
            <pc:docMk/>
            <pc:sldMk cId="620078768" sldId="354"/>
            <ac:cxnSpMk id="40" creationId="{FE7BBCDD-202D-D9BD-FC8D-D4E57A272328}"/>
          </ac:cxnSpMkLst>
        </pc:cxnChg>
      </pc:sldChg>
      <pc:sldChg chg="addSp delSp modSp add mod ord">
        <pc:chgData name="Tanmay Samak" userId="20166025-7f22-4346-9b98-ec55ab787a06" providerId="ADAL" clId="{80E0E721-19AE-46BB-B38B-5DE6E6D52B1B}" dt="2023-08-25T13:31:14.819" v="16136" actId="1076"/>
        <pc:sldMkLst>
          <pc:docMk/>
          <pc:sldMk cId="1226021379" sldId="354"/>
        </pc:sldMkLst>
        <pc:spChg chg="mod">
          <ac:chgData name="Tanmay Samak" userId="20166025-7f22-4346-9b98-ec55ab787a06" providerId="ADAL" clId="{80E0E721-19AE-46BB-B38B-5DE6E6D52B1B}" dt="2023-08-25T02:40:13.150" v="15608"/>
          <ac:spMkLst>
            <pc:docMk/>
            <pc:sldMk cId="1226021379" sldId="354"/>
            <ac:spMk id="3" creationId="{19F2D61E-BBDD-019A-A6F5-CF5FB6BE754B}"/>
          </ac:spMkLst>
        </pc:spChg>
        <pc:spChg chg="mod">
          <ac:chgData name="Tanmay Samak" userId="20166025-7f22-4346-9b98-ec55ab787a06" providerId="ADAL" clId="{80E0E721-19AE-46BB-B38B-5DE6E6D52B1B}" dt="2023-08-25T13:31:02.884" v="16135" actId="1036"/>
          <ac:spMkLst>
            <pc:docMk/>
            <pc:sldMk cId="1226021379" sldId="354"/>
            <ac:spMk id="6" creationId="{0D48C224-77D4-919C-3E32-32B9C0D879BB}"/>
          </ac:spMkLst>
        </pc:spChg>
        <pc:spChg chg="mod">
          <ac:chgData name="Tanmay Samak" userId="20166025-7f22-4346-9b98-ec55ab787a06" providerId="ADAL" clId="{80E0E721-19AE-46BB-B38B-5DE6E6D52B1B}" dt="2023-08-25T02:04:45.527" v="15357"/>
          <ac:spMkLst>
            <pc:docMk/>
            <pc:sldMk cId="1226021379" sldId="354"/>
            <ac:spMk id="20" creationId="{96399741-F9CA-35CC-FE08-99EA2CAA7B41}"/>
          </ac:spMkLst>
        </pc:spChg>
        <pc:spChg chg="add mod">
          <ac:chgData name="Tanmay Samak" userId="20166025-7f22-4346-9b98-ec55ab787a06" providerId="ADAL" clId="{80E0E721-19AE-46BB-B38B-5DE6E6D52B1B}" dt="2023-08-25T13:31:14.819" v="16136" actId="1076"/>
          <ac:spMkLst>
            <pc:docMk/>
            <pc:sldMk cId="1226021379" sldId="354"/>
            <ac:spMk id="22" creationId="{663CDE02-FABA-F974-B803-ABBD621E3895}"/>
          </ac:spMkLst>
        </pc:spChg>
        <pc:picChg chg="add mod">
          <ac:chgData name="Tanmay Samak" userId="20166025-7f22-4346-9b98-ec55ab787a06" providerId="ADAL" clId="{80E0E721-19AE-46BB-B38B-5DE6E6D52B1B}" dt="2023-08-25T13:31:02.884" v="16135" actId="1036"/>
          <ac:picMkLst>
            <pc:docMk/>
            <pc:sldMk cId="1226021379" sldId="354"/>
            <ac:picMk id="21" creationId="{72C9F2E9-1C7B-8C8B-161C-96AE5662760F}"/>
          </ac:picMkLst>
        </pc:picChg>
        <pc:picChg chg="del">
          <ac:chgData name="Tanmay Samak" userId="20166025-7f22-4346-9b98-ec55ab787a06" providerId="ADAL" clId="{80E0E721-19AE-46BB-B38B-5DE6E6D52B1B}" dt="2023-08-24T11:12:05.657" v="12468" actId="478"/>
          <ac:picMkLst>
            <pc:docMk/>
            <pc:sldMk cId="1226021379" sldId="354"/>
            <ac:picMk id="1026" creationId="{F2B76864-981C-51E1-3987-DA62ABAC1E50}"/>
          </ac:picMkLst>
        </pc:picChg>
      </pc:sldChg>
      <pc:sldChg chg="addSp modSp add del">
        <pc:chgData name="Tanmay Samak" userId="20166025-7f22-4346-9b98-ec55ab787a06" providerId="ADAL" clId="{80E0E721-19AE-46BB-B38B-5DE6E6D52B1B}" dt="2023-08-24T01:27:26.539" v="12189" actId="47"/>
        <pc:sldMkLst>
          <pc:docMk/>
          <pc:sldMk cId="4178439626" sldId="354"/>
        </pc:sldMkLst>
        <pc:spChg chg="add mod">
          <ac:chgData name="Tanmay Samak" userId="20166025-7f22-4346-9b98-ec55ab787a06" providerId="ADAL" clId="{80E0E721-19AE-46BB-B38B-5DE6E6D52B1B}" dt="2023-08-24T01:27:05.202" v="12186"/>
          <ac:spMkLst>
            <pc:docMk/>
            <pc:sldMk cId="4178439626" sldId="354"/>
            <ac:spMk id="36" creationId="{F6276A6D-D494-DF12-7995-54E1DD208BD0}"/>
          </ac:spMkLst>
        </pc:spChg>
        <pc:spChg chg="add mod">
          <ac:chgData name="Tanmay Samak" userId="20166025-7f22-4346-9b98-ec55ab787a06" providerId="ADAL" clId="{80E0E721-19AE-46BB-B38B-5DE6E6D52B1B}" dt="2023-08-24T01:27:05.202" v="12186"/>
          <ac:spMkLst>
            <pc:docMk/>
            <pc:sldMk cId="4178439626" sldId="354"/>
            <ac:spMk id="37" creationId="{0B27B9F7-1C5B-1CCA-D3E1-5B87F3924904}"/>
          </ac:spMkLst>
        </pc:spChg>
        <pc:spChg chg="add mod">
          <ac:chgData name="Tanmay Samak" userId="20166025-7f22-4346-9b98-ec55ab787a06" providerId="ADAL" clId="{80E0E721-19AE-46BB-B38B-5DE6E6D52B1B}" dt="2023-08-24T01:27:05.202" v="12186"/>
          <ac:spMkLst>
            <pc:docMk/>
            <pc:sldMk cId="4178439626" sldId="354"/>
            <ac:spMk id="39" creationId="{AB6665D2-D958-D2AF-C8DF-117EA3534852}"/>
          </ac:spMkLst>
        </pc:spChg>
        <pc:picChg chg="add mod">
          <ac:chgData name="Tanmay Samak" userId="20166025-7f22-4346-9b98-ec55ab787a06" providerId="ADAL" clId="{80E0E721-19AE-46BB-B38B-5DE6E6D52B1B}" dt="2023-08-24T01:27:05.202" v="12186"/>
          <ac:picMkLst>
            <pc:docMk/>
            <pc:sldMk cId="4178439626" sldId="354"/>
            <ac:picMk id="38" creationId="{358ABD1D-C604-E7C8-8D92-C4217EE1B30D}"/>
          </ac:picMkLst>
        </pc:picChg>
      </pc:sldChg>
      <pc:sldChg chg="addSp modSp add del">
        <pc:chgData name="Tanmay Samak" userId="20166025-7f22-4346-9b98-ec55ab787a06" providerId="ADAL" clId="{80E0E721-19AE-46BB-B38B-5DE6E6D52B1B}" dt="2023-08-24T01:28:14.323" v="12193" actId="47"/>
        <pc:sldMkLst>
          <pc:docMk/>
          <pc:sldMk cId="277649799" sldId="355"/>
        </pc:sldMkLst>
        <pc:spChg chg="add mod">
          <ac:chgData name="Tanmay Samak" userId="20166025-7f22-4346-9b98-ec55ab787a06" providerId="ADAL" clId="{80E0E721-19AE-46BB-B38B-5DE6E6D52B1B}" dt="2023-08-24T01:27:54.381" v="12190"/>
          <ac:spMkLst>
            <pc:docMk/>
            <pc:sldMk cId="277649799" sldId="355"/>
            <ac:spMk id="36" creationId="{0B0AAEA4-EBDE-9C7C-744C-B5C959F983A6}"/>
          </ac:spMkLst>
        </pc:spChg>
        <pc:spChg chg="add mod">
          <ac:chgData name="Tanmay Samak" userId="20166025-7f22-4346-9b98-ec55ab787a06" providerId="ADAL" clId="{80E0E721-19AE-46BB-B38B-5DE6E6D52B1B}" dt="2023-08-24T01:27:54.381" v="12190"/>
          <ac:spMkLst>
            <pc:docMk/>
            <pc:sldMk cId="277649799" sldId="355"/>
            <ac:spMk id="38" creationId="{E3C897FE-3BC5-9997-44EE-C4C9B74A0DD1}"/>
          </ac:spMkLst>
        </pc:spChg>
        <pc:spChg chg="add mod">
          <ac:chgData name="Tanmay Samak" userId="20166025-7f22-4346-9b98-ec55ab787a06" providerId="ADAL" clId="{80E0E721-19AE-46BB-B38B-5DE6E6D52B1B}" dt="2023-08-24T01:27:54.381" v="12190"/>
          <ac:spMkLst>
            <pc:docMk/>
            <pc:sldMk cId="277649799" sldId="355"/>
            <ac:spMk id="40" creationId="{94915F2F-828B-8C64-1AE8-3F70BC842507}"/>
          </ac:spMkLst>
        </pc:spChg>
        <pc:picChg chg="add mod">
          <ac:chgData name="Tanmay Samak" userId="20166025-7f22-4346-9b98-ec55ab787a06" providerId="ADAL" clId="{80E0E721-19AE-46BB-B38B-5DE6E6D52B1B}" dt="2023-08-24T01:27:54.381" v="12190"/>
          <ac:picMkLst>
            <pc:docMk/>
            <pc:sldMk cId="277649799" sldId="355"/>
            <ac:picMk id="37" creationId="{03E73E9A-3E1F-A158-9FB5-151D39D0865E}"/>
          </ac:picMkLst>
        </pc:picChg>
        <pc:picChg chg="add mod">
          <ac:chgData name="Tanmay Samak" userId="20166025-7f22-4346-9b98-ec55ab787a06" providerId="ADAL" clId="{80E0E721-19AE-46BB-B38B-5DE6E6D52B1B}" dt="2023-08-24T01:27:54.381" v="12190"/>
          <ac:picMkLst>
            <pc:docMk/>
            <pc:sldMk cId="277649799" sldId="355"/>
            <ac:picMk id="39" creationId="{65BB9D63-CCB9-3D5D-D7C1-762F606956CB}"/>
          </ac:picMkLst>
        </pc:picChg>
      </pc:sldChg>
      <pc:sldChg chg="addSp delSp modSp add mod">
        <pc:chgData name="Tanmay Samak" userId="20166025-7f22-4346-9b98-ec55ab787a06" providerId="ADAL" clId="{80E0E721-19AE-46BB-B38B-5DE6E6D52B1B}" dt="2023-08-25T13:22:27.621" v="16070" actId="207"/>
        <pc:sldMkLst>
          <pc:docMk/>
          <pc:sldMk cId="3594132780" sldId="355"/>
        </pc:sldMkLst>
        <pc:spChg chg="mod">
          <ac:chgData name="Tanmay Samak" userId="20166025-7f22-4346-9b98-ec55ab787a06" providerId="ADAL" clId="{80E0E721-19AE-46BB-B38B-5DE6E6D52B1B}" dt="2023-08-25T02:40:03.662" v="15606" actId="113"/>
          <ac:spMkLst>
            <pc:docMk/>
            <pc:sldMk cId="3594132780" sldId="355"/>
            <ac:spMk id="3" creationId="{19F2D61E-BBDD-019A-A6F5-CF5FB6BE754B}"/>
          </ac:spMkLst>
        </pc:spChg>
        <pc:spChg chg="mod">
          <ac:chgData name="Tanmay Samak" userId="20166025-7f22-4346-9b98-ec55ab787a06" providerId="ADAL" clId="{80E0E721-19AE-46BB-B38B-5DE6E6D52B1B}" dt="2023-08-25T13:22:27.621" v="16070" actId="207"/>
          <ac:spMkLst>
            <pc:docMk/>
            <pc:sldMk cId="3594132780" sldId="355"/>
            <ac:spMk id="6" creationId="{0D48C224-77D4-919C-3E32-32B9C0D879BB}"/>
          </ac:spMkLst>
        </pc:spChg>
        <pc:spChg chg="del mod">
          <ac:chgData name="Tanmay Samak" userId="20166025-7f22-4346-9b98-ec55ab787a06" providerId="ADAL" clId="{80E0E721-19AE-46BB-B38B-5DE6E6D52B1B}" dt="2023-08-25T01:57:56.405" v="15258" actId="478"/>
          <ac:spMkLst>
            <pc:docMk/>
            <pc:sldMk cId="3594132780" sldId="355"/>
            <ac:spMk id="20" creationId="{96399741-F9CA-35CC-FE08-99EA2CAA7B41}"/>
          </ac:spMkLst>
        </pc:spChg>
        <pc:spChg chg="add del">
          <ac:chgData name="Tanmay Samak" userId="20166025-7f22-4346-9b98-ec55ab787a06" providerId="ADAL" clId="{80E0E721-19AE-46BB-B38B-5DE6E6D52B1B}" dt="2023-08-25T00:33:55.114" v="13343"/>
          <ac:spMkLst>
            <pc:docMk/>
            <pc:sldMk cId="3594132780" sldId="355"/>
            <ac:spMk id="23" creationId="{C8C371F6-8EBD-3539-89F7-411634845915}"/>
          </ac:spMkLst>
        </pc:spChg>
        <pc:spChg chg="add del mod">
          <ac:chgData name="Tanmay Samak" userId="20166025-7f22-4346-9b98-ec55ab787a06" providerId="ADAL" clId="{80E0E721-19AE-46BB-B38B-5DE6E6D52B1B}" dt="2023-08-25T00:34:22.498" v="13355" actId="478"/>
          <ac:spMkLst>
            <pc:docMk/>
            <pc:sldMk cId="3594132780" sldId="355"/>
            <ac:spMk id="24" creationId="{215583EF-3DA6-300C-593B-8C58BD1D4C34}"/>
          </ac:spMkLst>
        </pc:spChg>
        <pc:spChg chg="add del mod">
          <ac:chgData name="Tanmay Samak" userId="20166025-7f22-4346-9b98-ec55ab787a06" providerId="ADAL" clId="{80E0E721-19AE-46BB-B38B-5DE6E6D52B1B}" dt="2023-08-25T01:09:55.155" v="14412" actId="478"/>
          <ac:spMkLst>
            <pc:docMk/>
            <pc:sldMk cId="3594132780" sldId="355"/>
            <ac:spMk id="25" creationId="{5CAC3F1E-116D-77AB-D603-34E9B0282791}"/>
          </ac:spMkLst>
        </pc:spChg>
        <pc:spChg chg="add del mod">
          <ac:chgData name="Tanmay Samak" userId="20166025-7f22-4346-9b98-ec55ab787a06" providerId="ADAL" clId="{80E0E721-19AE-46BB-B38B-5DE6E6D52B1B}" dt="2023-08-25T01:09:55.155" v="14412" actId="478"/>
          <ac:spMkLst>
            <pc:docMk/>
            <pc:sldMk cId="3594132780" sldId="355"/>
            <ac:spMk id="26" creationId="{A17C82EB-8383-3399-0DB2-E39299E43C0B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28" creationId="{41E99256-439E-38EC-CEE6-A5B1BC75B7DF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29" creationId="{AB3DA9C6-1881-F8DA-C659-6B279A9CE9C6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30" creationId="{D17E4B1F-A628-A283-DE7C-3465F1342781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31" creationId="{DCA155F5-EAC0-700F-30B4-0EA7093FB6DC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32" creationId="{E7E053F1-167B-5A76-39BF-3D6F01D67674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33" creationId="{96D434CD-BD8A-5888-A62E-C2F8E24BE1C5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34" creationId="{7D89C354-6C47-8801-C6E1-8D663E2D83BA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35" creationId="{684BD41A-68CB-B40D-FBBC-277F83DB9E8F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36" creationId="{C1E36EDD-A9DD-60E8-122E-CE047FABE23F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37" creationId="{FDBCF8A6-0A70-CEB5-55D2-B2041DFC2381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38" creationId="{21028A3E-B541-9DA3-1C44-33AFE71850C0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39" creationId="{7DD043E6-7FBC-2D78-A0DE-80EF1B123BC2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40" creationId="{13B72953-DA53-CDAA-C877-74D5D8EB71E1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41" creationId="{1A79805B-5689-E821-DC1E-E276DC92DBA3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42" creationId="{F067A0DB-1E15-A874-D08C-82D4EF829CF0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43" creationId="{3816D7D3-DBFE-87EB-472C-DE240B4C7C69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44" creationId="{11A893C2-1742-8C0E-74F3-9132625D3BA0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45" creationId="{3774A5AB-BE12-5DAD-0439-72EE7D0B1FA3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46" creationId="{07103E83-6580-A659-313E-A0C4330B3A2C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47" creationId="{81B40703-9B99-8260-7BFE-2A2CC6137E33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48" creationId="{0340C361-D740-B000-C0DD-3362A6229EF3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49" creationId="{90CA5CE2-4693-6E35-9B65-74995D00BFC2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50" creationId="{283C0CF3-2D34-488B-583B-FB49526B4F7C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51" creationId="{A22F7D06-B9FE-34DA-29DE-51CBCE541B59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52" creationId="{C888DE41-9394-2221-357D-DFB6240A0D0F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53" creationId="{AF93E367-B82A-5632-0641-A6797E84F74B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54" creationId="{29E4EF29-A6FE-9278-26CB-F8F583130072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55" creationId="{FDC63ACA-BFBB-13BA-1424-50F61D38ECF4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56" creationId="{C563BBC5-05E4-4AD2-0826-D1B03ADF2635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57" creationId="{F953E731-7D39-E188-CF3F-EDD3B601FE18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58" creationId="{C579B4B0-E472-217E-0870-68753D9412E4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59" creationId="{1008D375-0E40-A203-2365-751B122F6868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60" creationId="{CABD8999-A46C-FA7A-9601-A6EAF550C85C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61" creationId="{CB3E04AC-452F-EBC9-68C7-5681055591AD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62" creationId="{142AC068-EB08-8B9C-CC8A-AC93E842DC60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63" creationId="{13FA2706-4D21-56D8-040D-0206FFBC8EB5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64" creationId="{36980824-3386-79C2-E1CF-6B7C7E412DE1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65" creationId="{C1A64D34-958A-61C8-4DDF-F6F38782B8B2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66" creationId="{4037FE24-5223-EB28-2D32-0D5290F7040B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67" creationId="{2764B1AD-56DD-F93D-E797-A8C09403B91D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68" creationId="{A3A9C27C-A8EA-042B-54DA-E7A5D3BC9883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69" creationId="{88E5DA18-EC8A-E12F-2FB2-C26ADB0A5BED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70" creationId="{44820D72-AD19-CCCC-C30D-D4B5F89E0850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71" creationId="{86E45596-A289-17FA-EDED-0B46F58DA523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72" creationId="{987D66BA-A8AE-97C5-B99A-2FC83D3C38EA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73" creationId="{D2711F60-6495-45C9-381C-BF9D06061093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74" creationId="{AD4DB829-3A68-BADC-9C5D-EDC1F21FBA49}"/>
          </ac:spMkLst>
        </pc:spChg>
        <pc:spChg chg="add mod">
          <ac:chgData name="Tanmay Samak" userId="20166025-7f22-4346-9b98-ec55ab787a06" providerId="ADAL" clId="{80E0E721-19AE-46BB-B38B-5DE6E6D52B1B}" dt="2023-08-25T02:07:39.430" v="15382" actId="1036"/>
          <ac:spMkLst>
            <pc:docMk/>
            <pc:sldMk cId="3594132780" sldId="355"/>
            <ac:spMk id="115" creationId="{1D6BC947-06D8-0DDD-D753-BFD2D67A3A5F}"/>
          </ac:spMkLst>
        </pc:spChg>
        <pc:spChg chg="add mod">
          <ac:chgData name="Tanmay Samak" userId="20166025-7f22-4346-9b98-ec55ab787a06" providerId="ADAL" clId="{80E0E721-19AE-46BB-B38B-5DE6E6D52B1B}" dt="2023-08-25T02:07:39.430" v="15382" actId="1036"/>
          <ac:spMkLst>
            <pc:docMk/>
            <pc:sldMk cId="3594132780" sldId="355"/>
            <ac:spMk id="116" creationId="{7DEDA44C-566C-ADB2-7C7B-AC4BAE0D2749}"/>
          </ac:spMkLst>
        </pc:spChg>
        <pc:spChg chg="add mod">
          <ac:chgData name="Tanmay Samak" userId="20166025-7f22-4346-9b98-ec55ab787a06" providerId="ADAL" clId="{80E0E721-19AE-46BB-B38B-5DE6E6D52B1B}" dt="2023-08-25T02:07:39.430" v="15382" actId="1036"/>
          <ac:spMkLst>
            <pc:docMk/>
            <pc:sldMk cId="3594132780" sldId="355"/>
            <ac:spMk id="123" creationId="{63B78460-84A9-5BE3-96A7-68777A15CD48}"/>
          </ac:spMkLst>
        </pc:spChg>
        <pc:spChg chg="add mod">
          <ac:chgData name="Tanmay Samak" userId="20166025-7f22-4346-9b98-ec55ab787a06" providerId="ADAL" clId="{80E0E721-19AE-46BB-B38B-5DE6E6D52B1B}" dt="2023-08-25T02:07:39.430" v="15382" actId="1036"/>
          <ac:spMkLst>
            <pc:docMk/>
            <pc:sldMk cId="3594132780" sldId="355"/>
            <ac:spMk id="124" creationId="{C9B270A6-81E6-DF5C-99E4-866EDF71BFAA}"/>
          </ac:spMkLst>
        </pc:spChg>
        <pc:spChg chg="add mod">
          <ac:chgData name="Tanmay Samak" userId="20166025-7f22-4346-9b98-ec55ab787a06" providerId="ADAL" clId="{80E0E721-19AE-46BB-B38B-5DE6E6D52B1B}" dt="2023-08-25T02:07:39.430" v="15382" actId="1036"/>
          <ac:spMkLst>
            <pc:docMk/>
            <pc:sldMk cId="3594132780" sldId="355"/>
            <ac:spMk id="129" creationId="{2FE1CDFD-8186-9E92-DFDC-88F6D822F2E5}"/>
          </ac:spMkLst>
        </pc:spChg>
        <pc:spChg chg="add mod">
          <ac:chgData name="Tanmay Samak" userId="20166025-7f22-4346-9b98-ec55ab787a06" providerId="ADAL" clId="{80E0E721-19AE-46BB-B38B-5DE6E6D52B1B}" dt="2023-08-25T02:07:39.430" v="15382" actId="1036"/>
          <ac:spMkLst>
            <pc:docMk/>
            <pc:sldMk cId="3594132780" sldId="355"/>
            <ac:spMk id="130" creationId="{E025EB65-9F10-EADF-24B2-C0C823E80024}"/>
          </ac:spMkLst>
        </pc:spChg>
        <pc:spChg chg="add mod">
          <ac:chgData name="Tanmay Samak" userId="20166025-7f22-4346-9b98-ec55ab787a06" providerId="ADAL" clId="{80E0E721-19AE-46BB-B38B-5DE6E6D52B1B}" dt="2023-08-25T02:07:39.430" v="15382" actId="1036"/>
          <ac:spMkLst>
            <pc:docMk/>
            <pc:sldMk cId="3594132780" sldId="355"/>
            <ac:spMk id="152" creationId="{6AA36AD0-7BA0-258D-6A43-D5D153B57194}"/>
          </ac:spMkLst>
        </pc:spChg>
        <pc:spChg chg="add mod">
          <ac:chgData name="Tanmay Samak" userId="20166025-7f22-4346-9b98-ec55ab787a06" providerId="ADAL" clId="{80E0E721-19AE-46BB-B38B-5DE6E6D52B1B}" dt="2023-08-25T02:07:39.430" v="15382" actId="1036"/>
          <ac:spMkLst>
            <pc:docMk/>
            <pc:sldMk cId="3594132780" sldId="355"/>
            <ac:spMk id="153" creationId="{30BF0D8C-C662-3520-E8C2-88BA6549E410}"/>
          </ac:spMkLst>
        </pc:spChg>
        <pc:spChg chg="add mod">
          <ac:chgData name="Tanmay Samak" userId="20166025-7f22-4346-9b98-ec55ab787a06" providerId="ADAL" clId="{80E0E721-19AE-46BB-B38B-5DE6E6D52B1B}" dt="2023-08-25T02:07:39.430" v="15382" actId="1036"/>
          <ac:spMkLst>
            <pc:docMk/>
            <pc:sldMk cId="3594132780" sldId="355"/>
            <ac:spMk id="154" creationId="{C56884E8-B127-BAFB-80CD-278FA02BC376}"/>
          </ac:spMkLst>
        </pc:spChg>
        <pc:spChg chg="add mod">
          <ac:chgData name="Tanmay Samak" userId="20166025-7f22-4346-9b98-ec55ab787a06" providerId="ADAL" clId="{80E0E721-19AE-46BB-B38B-5DE6E6D52B1B}" dt="2023-08-25T02:07:39.430" v="15382" actId="1036"/>
          <ac:spMkLst>
            <pc:docMk/>
            <pc:sldMk cId="3594132780" sldId="355"/>
            <ac:spMk id="155" creationId="{394A83B6-BB9E-E859-BB15-067614B0E089}"/>
          </ac:spMkLst>
        </pc:spChg>
        <pc:spChg chg="add mod">
          <ac:chgData name="Tanmay Samak" userId="20166025-7f22-4346-9b98-ec55ab787a06" providerId="ADAL" clId="{80E0E721-19AE-46BB-B38B-5DE6E6D52B1B}" dt="2023-08-25T02:07:39.430" v="15382" actId="1036"/>
          <ac:spMkLst>
            <pc:docMk/>
            <pc:sldMk cId="3594132780" sldId="355"/>
            <ac:spMk id="156" creationId="{82C182A7-FB9C-59B2-C886-E5988BF86768}"/>
          </ac:spMkLst>
        </pc:spChg>
        <pc:spChg chg="add mod">
          <ac:chgData name="Tanmay Samak" userId="20166025-7f22-4346-9b98-ec55ab787a06" providerId="ADAL" clId="{80E0E721-19AE-46BB-B38B-5DE6E6D52B1B}" dt="2023-08-25T02:07:39.430" v="15382" actId="1036"/>
          <ac:spMkLst>
            <pc:docMk/>
            <pc:sldMk cId="3594132780" sldId="355"/>
            <ac:spMk id="157" creationId="{98F7C53B-1EE5-89D9-282C-8C8D91A68DA4}"/>
          </ac:spMkLst>
        </pc:spChg>
        <pc:spChg chg="add mod">
          <ac:chgData name="Tanmay Samak" userId="20166025-7f22-4346-9b98-ec55ab787a06" providerId="ADAL" clId="{80E0E721-19AE-46BB-B38B-5DE6E6D52B1B}" dt="2023-08-25T02:07:39.430" v="15382" actId="1036"/>
          <ac:spMkLst>
            <pc:docMk/>
            <pc:sldMk cId="3594132780" sldId="355"/>
            <ac:spMk id="158" creationId="{850BE86F-A1D7-005B-7645-BD6765E30733}"/>
          </ac:spMkLst>
        </pc:spChg>
        <pc:spChg chg="add del mod">
          <ac:chgData name="Tanmay Samak" userId="20166025-7f22-4346-9b98-ec55ab787a06" providerId="ADAL" clId="{80E0E721-19AE-46BB-B38B-5DE6E6D52B1B}" dt="2023-08-25T02:05:14.593" v="15367" actId="478"/>
          <ac:spMkLst>
            <pc:docMk/>
            <pc:sldMk cId="3594132780" sldId="355"/>
            <ac:spMk id="208" creationId="{637CC1F2-9094-107A-F38E-F680858EE649}"/>
          </ac:spMkLst>
        </pc:spChg>
        <pc:spChg chg="add mod">
          <ac:chgData name="Tanmay Samak" userId="20166025-7f22-4346-9b98-ec55ab787a06" providerId="ADAL" clId="{80E0E721-19AE-46BB-B38B-5DE6E6D52B1B}" dt="2023-08-25T02:05:38.279" v="15372" actId="6549"/>
          <ac:spMkLst>
            <pc:docMk/>
            <pc:sldMk cId="3594132780" sldId="355"/>
            <ac:spMk id="209" creationId="{A6239C32-B344-E3E0-B3F0-A26FAB887B40}"/>
          </ac:spMkLst>
        </pc:spChg>
        <pc:grpChg chg="add del mod">
          <ac:chgData name="Tanmay Samak" userId="20166025-7f22-4346-9b98-ec55ab787a06" providerId="ADAL" clId="{80E0E721-19AE-46BB-B38B-5DE6E6D52B1B}" dt="2023-08-25T01:36:09.019" v="15046" actId="165"/>
          <ac:grpSpMkLst>
            <pc:docMk/>
            <pc:sldMk cId="3594132780" sldId="355"/>
            <ac:grpSpMk id="27" creationId="{1A3CA533-4DF5-FCF5-AA38-674664AD133A}"/>
          </ac:grpSpMkLst>
        </pc:grpChg>
        <pc:grpChg chg="add mod">
          <ac:chgData name="Tanmay Samak" userId="20166025-7f22-4346-9b98-ec55ab787a06" providerId="ADAL" clId="{80E0E721-19AE-46BB-B38B-5DE6E6D52B1B}" dt="2023-08-25T02:07:39.430" v="15382" actId="1036"/>
          <ac:grpSpMkLst>
            <pc:docMk/>
            <pc:sldMk cId="3594132780" sldId="355"/>
            <ac:grpSpMk id="207" creationId="{B07AD946-A74A-0563-31C9-2E383261AD05}"/>
          </ac:grpSpMkLst>
        </pc:grpChg>
        <pc:graphicFrameChg chg="add del mod modGraphic">
          <ac:chgData name="Tanmay Samak" userId="20166025-7f22-4346-9b98-ec55ab787a06" providerId="ADAL" clId="{80E0E721-19AE-46BB-B38B-5DE6E6D52B1B}" dt="2023-08-25T01:12:41.715" v="14492" actId="478"/>
          <ac:graphicFrameMkLst>
            <pc:docMk/>
            <pc:sldMk cId="3594132780" sldId="355"/>
            <ac:graphicFrameMk id="114" creationId="{71E2AE7C-5CD4-1812-15EA-5E74DDDB9C02}"/>
          </ac:graphicFrameMkLst>
        </pc:graphicFrameChg>
        <pc:picChg chg="del">
          <ac:chgData name="Tanmay Samak" userId="20166025-7f22-4346-9b98-ec55ab787a06" providerId="ADAL" clId="{80E0E721-19AE-46BB-B38B-5DE6E6D52B1B}" dt="2023-08-25T00:33:51.669" v="13339" actId="478"/>
          <ac:picMkLst>
            <pc:docMk/>
            <pc:sldMk cId="3594132780" sldId="355"/>
            <ac:picMk id="21" creationId="{72C9F2E9-1C7B-8C8B-161C-96AE5662760F}"/>
          </ac:picMkLst>
        </pc:pic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75" creationId="{BA3C5FBD-DC51-8B17-3EFB-52C8F2F790A8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76" creationId="{C4F5B53B-8746-4307-186B-064CDDC1B62D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77" creationId="{580BB6D7-15C0-6BCC-FBE9-87E0A3C946A1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78" creationId="{D71331C4-0340-1325-43D0-68830FB90E71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79" creationId="{AEB3BD39-FD73-8896-4112-36D5FA1EB02D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80" creationId="{88935516-8394-58F3-D0B8-CDEE9E491A31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81" creationId="{523716DC-8B04-BA9F-48D3-E43CB4428AEB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82" creationId="{7AA10E31-6239-8942-0F98-467F36788CC7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83" creationId="{1273C19F-FFCF-EE88-7A97-91A59B460267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84" creationId="{43AAC7BC-1984-6328-1A34-E86E847215D6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85" creationId="{E9B91E77-CFBB-8933-849D-EA49F3E92785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86" creationId="{FBBA8CB9-5B21-944F-7F74-473894B01297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87" creationId="{1534C6DE-75DF-5A8F-AA5A-3227F60DF0C4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88" creationId="{7708266D-3BCA-56A3-A3AD-5EA92E8FE16D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89" creationId="{DF8FBF22-05DC-CCF2-FA14-0AC600DF2CD8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90" creationId="{5AAC8075-FEC4-2A57-B463-21C2DA9B15A7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91" creationId="{31EB04DB-EAB5-52FF-7464-755D12A0D1D6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92" creationId="{490304E3-5B63-67C8-DC5B-FC0F82F87C7A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93" creationId="{0384D790-4CA4-F29E-C61F-A7FADA5C138B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94" creationId="{5501A7D5-A44E-AC8D-6990-4A5FC44EB0D0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95" creationId="{345C2AF5-B564-5125-0E20-15B8D103926E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96" creationId="{A454A404-3232-EDCF-D16F-A07A8787E686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97" creationId="{E2321D9D-2C49-20AF-A428-85CA2B9583C8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98" creationId="{3F26F470-B21D-D890-AE34-16A8DB004945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99" creationId="{90AAF259-1A1C-6885-5581-51D4EF10A1DE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100" creationId="{3347F8F9-C3BA-830F-E398-4D25036B0E5B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101" creationId="{A923FF2E-CE24-968E-71E9-814D5D0339C9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102" creationId="{F1F97934-2469-75E0-4C44-1BE7454CD1C2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103" creationId="{6940ED24-1A54-2DB1-6D15-C4A49CADFB25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104" creationId="{0FE0ED99-3469-237A-0385-03F8D0744223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105" creationId="{30C01D60-9A5E-24A8-0F1E-3F755104EEA1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106" creationId="{9A50E1EC-9A2D-9A25-B865-A00A943F8ED0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107" creationId="{349961F5-5DF9-9A9E-BA6F-3550174C5633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108" creationId="{F8EA2388-C26B-02EA-4243-B2F08D813044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109" creationId="{C5AC45C6-06D3-A12D-90D5-4ED17FCBAAA4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110" creationId="{DB5A3BF7-D4F0-F839-3070-4D248072D47B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111" creationId="{FFADFDF1-EE47-FF1C-6888-A78C60C1B85E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112" creationId="{E95C104C-0B1C-2A13-7163-9549AFB0A647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113" creationId="{21AAFC62-58A9-D46D-B9B7-7BF57EB42C3B}"/>
          </ac:cxnSpMkLst>
        </pc:cxnChg>
        <pc:cxnChg chg="add mod">
          <ac:chgData name="Tanmay Samak" userId="20166025-7f22-4346-9b98-ec55ab787a06" providerId="ADAL" clId="{80E0E721-19AE-46BB-B38B-5DE6E6D52B1B}" dt="2023-08-25T02:07:39.430" v="15382" actId="1036"/>
          <ac:cxnSpMkLst>
            <pc:docMk/>
            <pc:sldMk cId="3594132780" sldId="355"/>
            <ac:cxnSpMk id="118" creationId="{131AB3D0-B317-3CFD-2AE9-D3C6488B7FE2}"/>
          </ac:cxnSpMkLst>
        </pc:cxnChg>
        <pc:cxnChg chg="add mod">
          <ac:chgData name="Tanmay Samak" userId="20166025-7f22-4346-9b98-ec55ab787a06" providerId="ADAL" clId="{80E0E721-19AE-46BB-B38B-5DE6E6D52B1B}" dt="2023-08-25T02:07:39.430" v="15382" actId="1036"/>
          <ac:cxnSpMkLst>
            <pc:docMk/>
            <pc:sldMk cId="3594132780" sldId="355"/>
            <ac:cxnSpMk id="120" creationId="{8B3C3C3A-D4AD-ADEF-2E86-1CC25A860A4C}"/>
          </ac:cxnSpMkLst>
        </pc:cxnChg>
        <pc:cxnChg chg="add mod">
          <ac:chgData name="Tanmay Samak" userId="20166025-7f22-4346-9b98-ec55ab787a06" providerId="ADAL" clId="{80E0E721-19AE-46BB-B38B-5DE6E6D52B1B}" dt="2023-08-25T02:07:39.430" v="15382" actId="1036"/>
          <ac:cxnSpMkLst>
            <pc:docMk/>
            <pc:sldMk cId="3594132780" sldId="355"/>
            <ac:cxnSpMk id="125" creationId="{DA12DB70-1A93-AF36-B207-CCEF51E03881}"/>
          </ac:cxnSpMkLst>
        </pc:cxnChg>
        <pc:cxnChg chg="add del mod">
          <ac:chgData name="Tanmay Samak" userId="20166025-7f22-4346-9b98-ec55ab787a06" providerId="ADAL" clId="{80E0E721-19AE-46BB-B38B-5DE6E6D52B1B}" dt="2023-08-25T01:15:27.679" v="14578" actId="478"/>
          <ac:cxnSpMkLst>
            <pc:docMk/>
            <pc:sldMk cId="3594132780" sldId="355"/>
            <ac:cxnSpMk id="126" creationId="{772E342B-7526-D5EB-0253-BE08790E41A6}"/>
          </ac:cxnSpMkLst>
        </pc:cxnChg>
        <pc:cxnChg chg="add mod">
          <ac:chgData name="Tanmay Samak" userId="20166025-7f22-4346-9b98-ec55ab787a06" providerId="ADAL" clId="{80E0E721-19AE-46BB-B38B-5DE6E6D52B1B}" dt="2023-08-25T02:07:39.430" v="15382" actId="1036"/>
          <ac:cxnSpMkLst>
            <pc:docMk/>
            <pc:sldMk cId="3594132780" sldId="355"/>
            <ac:cxnSpMk id="131" creationId="{6235C141-8766-40B7-8A84-65CF048817B5}"/>
          </ac:cxnSpMkLst>
        </pc:cxnChg>
        <pc:cxnChg chg="add mod">
          <ac:chgData name="Tanmay Samak" userId="20166025-7f22-4346-9b98-ec55ab787a06" providerId="ADAL" clId="{80E0E721-19AE-46BB-B38B-5DE6E6D52B1B}" dt="2023-08-25T02:07:39.430" v="15382" actId="1036"/>
          <ac:cxnSpMkLst>
            <pc:docMk/>
            <pc:sldMk cId="3594132780" sldId="355"/>
            <ac:cxnSpMk id="134" creationId="{9DFC3733-CBFA-6010-4B7E-4ED92AED82B0}"/>
          </ac:cxnSpMkLst>
        </pc:cxnChg>
        <pc:cxnChg chg="add mod">
          <ac:chgData name="Tanmay Samak" userId="20166025-7f22-4346-9b98-ec55ab787a06" providerId="ADAL" clId="{80E0E721-19AE-46BB-B38B-5DE6E6D52B1B}" dt="2023-08-25T02:07:39.430" v="15382" actId="1036"/>
          <ac:cxnSpMkLst>
            <pc:docMk/>
            <pc:sldMk cId="3594132780" sldId="355"/>
            <ac:cxnSpMk id="140" creationId="{098CB6A9-60CD-CA28-225B-3462EFCE8637}"/>
          </ac:cxnSpMkLst>
        </pc:cxnChg>
        <pc:cxnChg chg="add mod">
          <ac:chgData name="Tanmay Samak" userId="20166025-7f22-4346-9b98-ec55ab787a06" providerId="ADAL" clId="{80E0E721-19AE-46BB-B38B-5DE6E6D52B1B}" dt="2023-08-25T02:07:39.430" v="15382" actId="1036"/>
          <ac:cxnSpMkLst>
            <pc:docMk/>
            <pc:sldMk cId="3594132780" sldId="355"/>
            <ac:cxnSpMk id="142" creationId="{6C1DEB62-3B78-6BD3-E166-79FEA54F9225}"/>
          </ac:cxnSpMkLst>
        </pc:cxnChg>
        <pc:cxnChg chg="add del mod">
          <ac:chgData name="Tanmay Samak" userId="20166025-7f22-4346-9b98-ec55ab787a06" providerId="ADAL" clId="{80E0E721-19AE-46BB-B38B-5DE6E6D52B1B}" dt="2023-08-25T01:21:04.444" v="14729" actId="478"/>
          <ac:cxnSpMkLst>
            <pc:docMk/>
            <pc:sldMk cId="3594132780" sldId="355"/>
            <ac:cxnSpMk id="143" creationId="{E9989408-CB33-50FC-A0AB-BF00E35A2188}"/>
          </ac:cxnSpMkLst>
        </pc:cxnChg>
        <pc:cxnChg chg="add mod">
          <ac:chgData name="Tanmay Samak" userId="20166025-7f22-4346-9b98-ec55ab787a06" providerId="ADAL" clId="{80E0E721-19AE-46BB-B38B-5DE6E6D52B1B}" dt="2023-08-25T02:07:39.430" v="15382" actId="1036"/>
          <ac:cxnSpMkLst>
            <pc:docMk/>
            <pc:sldMk cId="3594132780" sldId="355"/>
            <ac:cxnSpMk id="148" creationId="{E58FBCA7-7EB1-F1B2-18D2-BB96F8F65BFE}"/>
          </ac:cxnSpMkLst>
        </pc:cxnChg>
        <pc:cxnChg chg="add mod">
          <ac:chgData name="Tanmay Samak" userId="20166025-7f22-4346-9b98-ec55ab787a06" providerId="ADAL" clId="{80E0E721-19AE-46BB-B38B-5DE6E6D52B1B}" dt="2023-08-25T02:07:39.430" v="15382" actId="1036"/>
          <ac:cxnSpMkLst>
            <pc:docMk/>
            <pc:sldMk cId="3594132780" sldId="355"/>
            <ac:cxnSpMk id="205" creationId="{B11E7F3C-B710-08A8-E4F2-456E46B6D465}"/>
          </ac:cxnSpMkLst>
        </pc:cxnChg>
      </pc:sldChg>
      <pc:sldChg chg="addSp delSp modSp add del mod modShow">
        <pc:chgData name="Tanmay Samak" userId="20166025-7f22-4346-9b98-ec55ab787a06" providerId="ADAL" clId="{80E0E721-19AE-46BB-B38B-5DE6E6D52B1B}" dt="2023-08-25T01:33:12.545" v="15019" actId="47"/>
        <pc:sldMkLst>
          <pc:docMk/>
          <pc:sldMk cId="2863038655" sldId="356"/>
        </pc:sldMkLst>
        <pc:spChg chg="del">
          <ac:chgData name="Tanmay Samak" userId="20166025-7f22-4346-9b98-ec55ab787a06" providerId="ADAL" clId="{80E0E721-19AE-46BB-B38B-5DE6E6D52B1B}" dt="2023-08-25T00:44:21.009" v="13548" actId="478"/>
          <ac:spMkLst>
            <pc:docMk/>
            <pc:sldMk cId="2863038655" sldId="356"/>
            <ac:spMk id="3" creationId="{19F2D61E-BBDD-019A-A6F5-CF5FB6BE754B}"/>
          </ac:spMkLst>
        </pc:spChg>
        <pc:spChg chg="del">
          <ac:chgData name="Tanmay Samak" userId="20166025-7f22-4346-9b98-ec55ab787a06" providerId="ADAL" clId="{80E0E721-19AE-46BB-B38B-5DE6E6D52B1B}" dt="2023-08-25T00:44:29.919" v="13551" actId="478"/>
          <ac:spMkLst>
            <pc:docMk/>
            <pc:sldMk cId="2863038655" sldId="356"/>
            <ac:spMk id="6" creationId="{0D48C224-77D4-919C-3E32-32B9C0D879BB}"/>
          </ac:spMkLst>
        </pc:spChg>
        <pc:spChg chg="del">
          <ac:chgData name="Tanmay Samak" userId="20166025-7f22-4346-9b98-ec55ab787a06" providerId="ADAL" clId="{80E0E721-19AE-46BB-B38B-5DE6E6D52B1B}" dt="2023-08-25T00:44:27.276" v="13550" actId="478"/>
          <ac:spMkLst>
            <pc:docMk/>
            <pc:sldMk cId="2863038655" sldId="356"/>
            <ac:spMk id="20" creationId="{96399741-F9CA-35CC-FE08-99EA2CAA7B41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21" creationId="{B6B068DD-9F05-D0A4-699C-84B33C269AD8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22" creationId="{7F355B10-253F-19DE-17EB-3AA95B040FC9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23" creationId="{96BE9B01-56E8-8A18-41A2-0F152900FF2F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24" creationId="{03FDF956-6E59-B425-958D-E703129D192D}"/>
          </ac:spMkLst>
        </pc:spChg>
        <pc:spChg chg="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25" creationId="{5CAC3F1E-116D-77AB-D603-34E9B0282791}"/>
          </ac:spMkLst>
        </pc:spChg>
        <pc:spChg chg="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26" creationId="{A17C82EB-8383-3399-0DB2-E39299E43C0B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27" creationId="{BE0DE578-285D-F549-B80D-BF2485FA657B}"/>
          </ac:spMkLst>
        </pc:spChg>
        <pc:spChg chg="add del mod">
          <ac:chgData name="Tanmay Samak" userId="20166025-7f22-4346-9b98-ec55ab787a06" providerId="ADAL" clId="{80E0E721-19AE-46BB-B38B-5DE6E6D52B1B}" dt="2023-08-25T00:44:23.489" v="13549" actId="478"/>
          <ac:spMkLst>
            <pc:docMk/>
            <pc:sldMk cId="2863038655" sldId="356"/>
            <ac:spMk id="29" creationId="{54B6BEB2-2148-53D8-BE4C-BBD87D62EFF2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30" creationId="{30AFD1DB-A88D-D78F-5B2F-AAEFFC1FA76D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31" creationId="{D6CD0FBF-63E4-0FDC-22FE-B1874E0FCADF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32" creationId="{0C428BA8-09FC-BBC7-48D1-A5C3BEE0A46D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33" creationId="{079C8425-5A3E-627C-0BA8-8421C8C3CAE5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34" creationId="{4BA041AA-25A3-754A-E175-6D04A8252F52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35" creationId="{299E953A-24F1-313E-3B4C-E70113E03B2A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36" creationId="{67939162-DDE1-0166-07C7-E737816A530F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37" creationId="{5B0E80D9-2AD1-68CF-743A-439413390C9C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38" creationId="{93123D24-8E6C-F73D-C5CA-A16752EE30E5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39" creationId="{53DBF359-7888-7A24-A068-DD8CB8B1ED7A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40" creationId="{171B4EB5-92CF-1EDE-970A-2FC50F3CA6C9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41" creationId="{2F5F4001-0A1C-1D93-3555-103103340C09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42" creationId="{F94C3585-555D-3534-DD20-4891E8CA6507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43" creationId="{27C56C57-3B5E-8D2B-DF95-8107D708CFE7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44" creationId="{59AC02D0-43F3-4371-4520-CBF9BFDD017B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45" creationId="{FF357DA9-5BD4-9864-030B-8A1FF09507AA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46" creationId="{12EEA601-A2E5-7551-B333-BFD482AC536A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47" creationId="{B08BF705-B9B9-352D-18ED-CB3A42ADD068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48" creationId="{464F59F3-65EF-3A45-C5EC-12CBE2B6E615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49" creationId="{28E0431B-433E-B6D6-3D4D-5AF469AEC7CB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50" creationId="{7073A641-867F-F810-BECA-D70A04B8134A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51" creationId="{DFDD9858-8178-4D8B-9327-86D4BA54F518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52" creationId="{4E80DF9B-83FB-1BEA-AC75-474336FE0398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53" creationId="{6ECD122D-8157-747E-5214-89CB1C7A4640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54" creationId="{C03292CE-7DEE-4552-9BC2-75594EC6EDEB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55" creationId="{ED0B4D22-3718-F8DD-2A9B-7B2DFC4E4B65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56" creationId="{0A33FC41-0144-CD8C-6AAD-942246E525BC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57" creationId="{783FAE77-1323-7151-D69D-87E22F6A989A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58" creationId="{5E0FB290-A0FD-770D-EBBF-8B02AD50B4F1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59" creationId="{A8D01D94-4EF8-6817-28C7-D97BEE166574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60" creationId="{F6D24D92-3488-4581-EA73-59EF7F8B3B35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61" creationId="{F28B41B9-CBDD-56EA-A021-46647C12A06B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62" creationId="{8A77DD90-B3B5-EE7C-93DD-C43924B73650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63" creationId="{1BB2778B-7D54-9F01-C7C9-83F8A7D6D9C5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64" creationId="{A9EDC8C3-6929-61C5-68E3-D327BCFC3715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65" creationId="{076C512F-EC3F-0B68-E71F-2BF4F1067DDB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66" creationId="{E77C055E-03E9-E970-AB99-CC64822C9563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67" creationId="{4B408E84-52E8-AD17-5280-A7AE2C70AE98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68" creationId="{2BC394FE-7637-358D-42E4-55C7EFDE2439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69" creationId="{CD102E4F-9A0E-2C8C-3A8A-4C94D1D059BA}"/>
          </ac:spMkLst>
        </pc:spChg>
        <pc:grpChg chg="add mod">
          <ac:chgData name="Tanmay Samak" userId="20166025-7f22-4346-9b98-ec55ab787a06" providerId="ADAL" clId="{80E0E721-19AE-46BB-B38B-5DE6E6D52B1B}" dt="2023-08-25T01:09:47.052" v="14411" actId="164"/>
          <ac:grpSpMkLst>
            <pc:docMk/>
            <pc:sldMk cId="2863038655" sldId="356"/>
            <ac:grpSpMk id="170" creationId="{66B86463-2200-0342-D4C8-794B47F08EC2}"/>
          </ac:grpSpMkLst>
        </pc:grp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71" creationId="{D4DE1D55-55E6-1540-2AC6-CE3E7089B2AD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72" creationId="{AC027CB3-50C0-0DED-31E4-EB3638F53AF7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77" creationId="{1BBCB9A3-A099-AD62-53BE-60777DA8E9CF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80" creationId="{09889A6D-F73E-C5C9-7F12-077CA10F4F7D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83" creationId="{3D94CC8B-43A7-AB75-E177-4496900A8A37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84" creationId="{1D3AB3F6-6995-9CD8-BC0D-FCC5385DD21E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85" creationId="{3F1D5C3F-101D-0DEF-43CC-61CE143C68F6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86" creationId="{EA4DF330-A24A-D81F-065D-0A513AC352B1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95" creationId="{C150AB41-758D-610E-E90A-FFCE7D1056E2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97" creationId="{8C4F9FE3-C8FF-B894-5E61-59D232739152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99" creationId="{14DDD452-7615-6A0E-711A-F84B4BE5A157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01" creationId="{20B2F1BD-F6A4-1732-D5B0-8B30606DD143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04" creationId="{DA6795DE-DFD8-0FBB-18B0-9044D9DE8D40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09" creationId="{A4BF8A6B-95DD-A95A-7021-B7102F02D8C5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13" creationId="{A9084978-3297-5819-54E5-7409233CDABF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14" creationId="{5E4906EE-5E4E-B456-4B99-774BFB5F097B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15" creationId="{6F07C81F-9D25-4F28-7FFB-42FBD42ACE86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16" creationId="{0CB6B429-66CE-F726-B8B4-2537CAE3D33D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20" creationId="{4FEC343B-DD30-FDEE-1E3C-C67DD9355282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21" creationId="{B6795F83-34FD-9636-1568-40AAB6EC2268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22" creationId="{162FDF93-98F6-D53B-A9A4-62F6A4B7EED6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23" creationId="{2F9F80D0-724C-D607-86C7-AC962445637A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31" creationId="{EFF246A1-9F1A-1099-E903-6C4E56849222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34" creationId="{B668AC1B-6B8F-DF32-4AFC-9C6EF0092D67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35" creationId="{FBA02DCB-ACDB-0D20-79FE-7F8B83A6280E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36" creationId="{D9F60514-CE73-46C2-A302-7263F844FBC3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37" creationId="{A37B850E-74CB-30EF-E177-7830B873B6F1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38" creationId="{CDE6D673-7EAF-3F46-FB1A-2DCF542FECD0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46" creationId="{DBD9EEC7-895C-B916-4D18-D4153CD3403E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47" creationId="{9CE32098-0CA5-B7C7-A764-F3CBEA9E4EEE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48" creationId="{C92537E6-CC4A-34FE-45EB-3FB9E840276D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49" creationId="{15E8622A-0CD0-494C-FB5B-C56F5F1C9DAC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50" creationId="{5F19CE92-7AB7-2377-F400-6E9E139FD242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56" creationId="{A7F6C619-2AF4-6D7B-25FB-E83C7573CD01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60" creationId="{FCC40BC8-5D5D-AFF9-73B8-FF8EB84F74C4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61" creationId="{0892F2F2-E90F-79B9-F8A8-9148BD92A161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62" creationId="{4713C2C6-62B3-BF78-4F23-7481EA70FCE1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63" creationId="{CBA27D97-8B3D-394B-CF98-1359ACE0A802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64" creationId="{4CC52D4F-422F-4F28-B8F0-F9DA2798C2EC}"/>
          </ac:cxnSpMkLst>
        </pc:cxnChg>
      </pc:sldChg>
      <pc:sldChg chg="addSp modSp add del">
        <pc:chgData name="Tanmay Samak" userId="20166025-7f22-4346-9b98-ec55ab787a06" providerId="ADAL" clId="{80E0E721-19AE-46BB-B38B-5DE6E6D52B1B}" dt="2023-08-24T01:28:50.306" v="12197" actId="47"/>
        <pc:sldMkLst>
          <pc:docMk/>
          <pc:sldMk cId="4164301010" sldId="356"/>
        </pc:sldMkLst>
        <pc:spChg chg="add mod">
          <ac:chgData name="Tanmay Samak" userId="20166025-7f22-4346-9b98-ec55ab787a06" providerId="ADAL" clId="{80E0E721-19AE-46BB-B38B-5DE6E6D52B1B}" dt="2023-08-24T01:28:27.693" v="12194"/>
          <ac:spMkLst>
            <pc:docMk/>
            <pc:sldMk cId="4164301010" sldId="356"/>
            <ac:spMk id="36" creationId="{DF6AF598-1991-510A-AC7D-45BEC8A5E105}"/>
          </ac:spMkLst>
        </pc:spChg>
        <pc:spChg chg="add mod">
          <ac:chgData name="Tanmay Samak" userId="20166025-7f22-4346-9b98-ec55ab787a06" providerId="ADAL" clId="{80E0E721-19AE-46BB-B38B-5DE6E6D52B1B}" dt="2023-08-24T01:28:27.693" v="12194"/>
          <ac:spMkLst>
            <pc:docMk/>
            <pc:sldMk cId="4164301010" sldId="356"/>
            <ac:spMk id="38" creationId="{FEFD6657-FCA0-B057-C3A1-D778CFFA0F93}"/>
          </ac:spMkLst>
        </pc:spChg>
        <pc:spChg chg="add mod">
          <ac:chgData name="Tanmay Samak" userId="20166025-7f22-4346-9b98-ec55ab787a06" providerId="ADAL" clId="{80E0E721-19AE-46BB-B38B-5DE6E6D52B1B}" dt="2023-08-24T01:28:27.693" v="12194"/>
          <ac:spMkLst>
            <pc:docMk/>
            <pc:sldMk cId="4164301010" sldId="356"/>
            <ac:spMk id="40" creationId="{61667C18-B104-968E-0C07-191A1B8292B3}"/>
          </ac:spMkLst>
        </pc:spChg>
        <pc:picChg chg="add mod">
          <ac:chgData name="Tanmay Samak" userId="20166025-7f22-4346-9b98-ec55ab787a06" providerId="ADAL" clId="{80E0E721-19AE-46BB-B38B-5DE6E6D52B1B}" dt="2023-08-24T01:28:27.693" v="12194"/>
          <ac:picMkLst>
            <pc:docMk/>
            <pc:sldMk cId="4164301010" sldId="356"/>
            <ac:picMk id="37" creationId="{50E141EA-A420-A492-62A7-129FF17F6EF2}"/>
          </ac:picMkLst>
        </pc:picChg>
        <pc:picChg chg="add mod">
          <ac:chgData name="Tanmay Samak" userId="20166025-7f22-4346-9b98-ec55ab787a06" providerId="ADAL" clId="{80E0E721-19AE-46BB-B38B-5DE6E6D52B1B}" dt="2023-08-24T01:28:27.693" v="12194"/>
          <ac:picMkLst>
            <pc:docMk/>
            <pc:sldMk cId="4164301010" sldId="356"/>
            <ac:picMk id="39" creationId="{36461C18-15E6-AF6A-AC24-FC43FAC110D9}"/>
          </ac:picMkLst>
        </pc:picChg>
        <pc:picChg chg="add mod">
          <ac:chgData name="Tanmay Samak" userId="20166025-7f22-4346-9b98-ec55ab787a06" providerId="ADAL" clId="{80E0E721-19AE-46BB-B38B-5DE6E6D52B1B}" dt="2023-08-24T01:28:27.693" v="12194"/>
          <ac:picMkLst>
            <pc:docMk/>
            <pc:sldMk cId="4164301010" sldId="356"/>
            <ac:picMk id="41" creationId="{22F4F481-E498-7C6D-FC11-1DFD6D1E23E0}"/>
          </ac:picMkLst>
        </pc:picChg>
      </pc:sldChg>
      <pc:sldChg chg="addSp delSp modSp add mod ord modShow">
        <pc:chgData name="Tanmay Samak" userId="20166025-7f22-4346-9b98-ec55ab787a06" providerId="ADAL" clId="{80E0E721-19AE-46BB-B38B-5DE6E6D52B1B}" dt="2023-08-25T13:29:44.143" v="16099" actId="20577"/>
        <pc:sldMkLst>
          <pc:docMk/>
          <pc:sldMk cId="4253159610" sldId="356"/>
        </pc:sldMkLst>
        <pc:spChg chg="mod">
          <ac:chgData name="Tanmay Samak" userId="20166025-7f22-4346-9b98-ec55ab787a06" providerId="ADAL" clId="{80E0E721-19AE-46BB-B38B-5DE6E6D52B1B}" dt="2023-08-25T13:29:38.953" v="16097" actId="20577"/>
          <ac:spMkLst>
            <pc:docMk/>
            <pc:sldMk cId="4253159610" sldId="356"/>
            <ac:spMk id="6" creationId="{44618214-D494-D82E-A6F2-B203076950DD}"/>
          </ac:spMkLst>
        </pc:spChg>
        <pc:spChg chg="mod">
          <ac:chgData name="Tanmay Samak" userId="20166025-7f22-4346-9b98-ec55ab787a06" providerId="ADAL" clId="{80E0E721-19AE-46BB-B38B-5DE6E6D52B1B}" dt="2023-08-25T13:29:44.143" v="16099" actId="20577"/>
          <ac:spMkLst>
            <pc:docMk/>
            <pc:sldMk cId="4253159610" sldId="356"/>
            <ac:spMk id="21" creationId="{7671FE29-7D99-79C8-4E9C-46FEC0B03BC9}"/>
          </ac:spMkLst>
        </pc:spChg>
        <pc:graphicFrameChg chg="add del mod">
          <ac:chgData name="Tanmay Samak" userId="20166025-7f22-4346-9b98-ec55ab787a06" providerId="ADAL" clId="{80E0E721-19AE-46BB-B38B-5DE6E6D52B1B}" dt="2023-08-25T03:11:49.128" v="15695"/>
          <ac:graphicFrameMkLst>
            <pc:docMk/>
            <pc:sldMk cId="4253159610" sldId="356"/>
            <ac:graphicFrameMk id="25" creationId="{162025F1-DF3E-E56E-4CBD-0AAFABDED348}"/>
          </ac:graphicFrameMkLst>
        </pc:graphicFrameChg>
        <pc:picChg chg="del">
          <ac:chgData name="Tanmay Samak" userId="20166025-7f22-4346-9b98-ec55ab787a06" providerId="ADAL" clId="{80E0E721-19AE-46BB-B38B-5DE6E6D52B1B}" dt="2023-08-25T03:07:55.889" v="15620" actId="478"/>
          <ac:picMkLst>
            <pc:docMk/>
            <pc:sldMk cId="4253159610" sldId="356"/>
            <ac:picMk id="20" creationId="{5D82378C-5E20-4B76-56DC-429F06BD9553}"/>
          </ac:picMkLst>
        </pc:picChg>
        <pc:picChg chg="del">
          <ac:chgData name="Tanmay Samak" userId="20166025-7f22-4346-9b98-ec55ab787a06" providerId="ADAL" clId="{80E0E721-19AE-46BB-B38B-5DE6E6D52B1B}" dt="2023-08-25T03:07:54.524" v="15617" actId="478"/>
          <ac:picMkLst>
            <pc:docMk/>
            <pc:sldMk cId="4253159610" sldId="356"/>
            <ac:picMk id="22" creationId="{AC35BBC1-3F52-E7DE-4438-9F4EF26DDDF8}"/>
          </ac:picMkLst>
        </pc:picChg>
        <pc:picChg chg="del">
          <ac:chgData name="Tanmay Samak" userId="20166025-7f22-4346-9b98-ec55ab787a06" providerId="ADAL" clId="{80E0E721-19AE-46BB-B38B-5DE6E6D52B1B}" dt="2023-08-25T03:07:54.969" v="15618" actId="478"/>
          <ac:picMkLst>
            <pc:docMk/>
            <pc:sldMk cId="4253159610" sldId="356"/>
            <ac:picMk id="23" creationId="{AB94E4AC-B9D6-EEEB-1F95-EF07BD35BB2C}"/>
          </ac:picMkLst>
        </pc:picChg>
        <pc:picChg chg="add mod">
          <ac:chgData name="Tanmay Samak" userId="20166025-7f22-4346-9b98-ec55ab787a06" providerId="ADAL" clId="{80E0E721-19AE-46BB-B38B-5DE6E6D52B1B}" dt="2023-08-25T03:08:27.244" v="15674" actId="1076"/>
          <ac:picMkLst>
            <pc:docMk/>
            <pc:sldMk cId="4253159610" sldId="356"/>
            <ac:picMk id="24" creationId="{4EA9728A-4ACA-EACD-88ED-5E36D97B1DC0}"/>
          </ac:picMkLst>
        </pc:picChg>
        <pc:picChg chg="add del">
          <ac:chgData name="Tanmay Samak" userId="20166025-7f22-4346-9b98-ec55ab787a06" providerId="ADAL" clId="{80E0E721-19AE-46BB-B38B-5DE6E6D52B1B}" dt="2023-08-25T03:05:26.285" v="15615"/>
          <ac:picMkLst>
            <pc:docMk/>
            <pc:sldMk cId="4253159610" sldId="356"/>
            <ac:picMk id="1026" creationId="{089C3044-E603-23CC-5EFA-6D2EF2735C29}"/>
          </ac:picMkLst>
        </pc:picChg>
        <pc:picChg chg="del">
          <ac:chgData name="Tanmay Samak" userId="20166025-7f22-4346-9b98-ec55ab787a06" providerId="ADAL" clId="{80E0E721-19AE-46BB-B38B-5DE6E6D52B1B}" dt="2023-08-25T03:07:53.325" v="15616" actId="478"/>
          <ac:picMkLst>
            <pc:docMk/>
            <pc:sldMk cId="4253159610" sldId="356"/>
            <ac:picMk id="10242" creationId="{ADE80EB0-319F-AB56-F787-A59DE35C7D9C}"/>
          </ac:picMkLst>
        </pc:picChg>
        <pc:picChg chg="del">
          <ac:chgData name="Tanmay Samak" userId="20166025-7f22-4346-9b98-ec55ab787a06" providerId="ADAL" clId="{80E0E721-19AE-46BB-B38B-5DE6E6D52B1B}" dt="2023-08-25T03:07:55.459" v="15619" actId="478"/>
          <ac:picMkLst>
            <pc:docMk/>
            <pc:sldMk cId="4253159610" sldId="356"/>
            <ac:picMk id="10244" creationId="{590636CE-A3D7-CE0B-BEBD-66CC660151C7}"/>
          </ac:picMkLst>
        </pc:picChg>
      </pc:sldChg>
      <pc:sldChg chg="addSp delSp modSp new del mod">
        <pc:chgData name="Tanmay Samak" userId="20166025-7f22-4346-9b98-ec55ab787a06" providerId="ADAL" clId="{80E0E721-19AE-46BB-B38B-5DE6E6D52B1B}" dt="2023-08-25T03:54:59.865" v="15979" actId="47"/>
        <pc:sldMkLst>
          <pc:docMk/>
          <pc:sldMk cId="697098352" sldId="357"/>
        </pc:sldMkLst>
        <pc:spChg chg="mod">
          <ac:chgData name="Tanmay Samak" userId="20166025-7f22-4346-9b98-ec55ab787a06" providerId="ADAL" clId="{80E0E721-19AE-46BB-B38B-5DE6E6D52B1B}" dt="2023-08-25T03:34:49.411" v="15715" actId="27636"/>
          <ac:spMkLst>
            <pc:docMk/>
            <pc:sldMk cId="697098352" sldId="357"/>
            <ac:spMk id="2" creationId="{686CC482-637A-C132-71AC-5C070352FDF4}"/>
          </ac:spMkLst>
        </pc:spChg>
        <pc:spChg chg="del">
          <ac:chgData name="Tanmay Samak" userId="20166025-7f22-4346-9b98-ec55ab787a06" providerId="ADAL" clId="{80E0E721-19AE-46BB-B38B-5DE6E6D52B1B}" dt="2023-08-25T03:34:19.697" v="15701" actId="478"/>
          <ac:spMkLst>
            <pc:docMk/>
            <pc:sldMk cId="697098352" sldId="357"/>
            <ac:spMk id="3" creationId="{59B5F011-FADC-3E5B-153B-AF7F45AA9A62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6" creationId="{ACB45FFC-82E7-0080-3C6F-6A03313DAF1A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7" creationId="{471F2490-A59A-51F2-0445-1866BBFD7808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8" creationId="{400B490D-3DFD-5740-566D-CCF223325CAD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9" creationId="{967088B0-5FD4-FD11-0906-3D0F79B9EE60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10" creationId="{364F72E0-C6CB-C730-918E-52AEFE4FC604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11" creationId="{04713246-B32C-C8C6-0206-E42ADE83BFEA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12" creationId="{742D961E-95CE-82E3-B3B4-03996D5CA35C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13" creationId="{C62E1BC5-A1A3-7FA2-3568-BC8942164F71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14" creationId="{00B3BC42-498F-142C-B5ED-FD80756EC9B5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15" creationId="{B62E0FEB-3C5E-31B6-4E6F-3B7B45850C95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16" creationId="{9DD23F58-5E52-6BAB-EDE8-E93D0969E4FC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17" creationId="{D09F15F4-52A0-B53D-269A-CB2A806F55D6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18" creationId="{796DC19C-F050-A808-FD7A-35B4049A7C11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19" creationId="{1BDA8A6A-763E-F8FD-8C20-8FD44549C05E}"/>
          </ac:spMkLst>
        </pc:spChg>
        <pc:spChg chg="add del mod">
          <ac:chgData name="Tanmay Samak" userId="20166025-7f22-4346-9b98-ec55ab787a06" providerId="ADAL" clId="{80E0E721-19AE-46BB-B38B-5DE6E6D52B1B}" dt="2023-08-25T03:37:35.091" v="15759" actId="478"/>
          <ac:spMkLst>
            <pc:docMk/>
            <pc:sldMk cId="697098352" sldId="357"/>
            <ac:spMk id="20" creationId="{25827564-5BD2-F7DC-B198-435E5808BA27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21" creationId="{79C8BF61-104F-762F-A8C7-8AF31E1D7407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22" creationId="{94609264-15A3-5824-3CBC-2AEE6F502038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23" creationId="{E233AF3A-09D9-3394-520D-AF05AC394FF6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24" creationId="{932998AA-876A-DB74-7395-D3EE2DC3BAD6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30" creationId="{93E85C28-D68F-7CA2-EC12-79BC98AB2AA1}"/>
          </ac:spMkLst>
        </pc:spChg>
        <pc:spChg chg="add del mod">
          <ac:chgData name="Tanmay Samak" userId="20166025-7f22-4346-9b98-ec55ab787a06" providerId="ADAL" clId="{80E0E721-19AE-46BB-B38B-5DE6E6D52B1B}" dt="2023-08-25T03:39:46.696" v="15805" actId="478"/>
          <ac:spMkLst>
            <pc:docMk/>
            <pc:sldMk cId="697098352" sldId="357"/>
            <ac:spMk id="31" creationId="{CB279C80-8661-EBEC-B136-9DC1244816A3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32" creationId="{4DC11776-86E5-607F-CBE4-5E7B4934102C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33" creationId="{2A141C5A-EF2D-85F0-5066-667DB1D27BE0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37" creationId="{B3EC62D3-193D-E064-8EA4-AB5CA88709F8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38" creationId="{5EB69CDC-9896-0390-D649-3577182BEDC9}"/>
          </ac:spMkLst>
        </pc:spChg>
        <pc:spChg chg="add del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39" creationId="{133463A1-90C6-B595-B7E0-4D98591F791C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40" creationId="{1F3C4CA3-5BE9-084D-3836-BB5EC3CFBD99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41" creationId="{3A2405FB-5E94-24F8-146B-0C13F399DFF6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42" creationId="{020D8802-F545-7119-EF12-8E7369531C34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43" creationId="{EFB55564-4904-864F-1BF4-FE94AC7A04C2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44" creationId="{B96B4904-D925-B526-E994-ABB06B8CB83E}"/>
          </ac:spMkLst>
        </pc:spChg>
        <pc:grpChg chg="add mod">
          <ac:chgData name="Tanmay Samak" userId="20166025-7f22-4346-9b98-ec55ab787a06" providerId="ADAL" clId="{80E0E721-19AE-46BB-B38B-5DE6E6D52B1B}" dt="2023-08-25T03:48:50.725" v="15978" actId="164"/>
          <ac:grpSpMkLst>
            <pc:docMk/>
            <pc:sldMk cId="697098352" sldId="357"/>
            <ac:grpSpMk id="45" creationId="{3B8EFB3B-3DC8-8AD2-2A52-82E17B067624}"/>
          </ac:grpSpMkLst>
        </pc:grpChg>
        <pc:cxnChg chg="add mod">
          <ac:chgData name="Tanmay Samak" userId="20166025-7f22-4346-9b98-ec55ab787a06" providerId="ADAL" clId="{80E0E721-19AE-46BB-B38B-5DE6E6D52B1B}" dt="2023-08-25T03:48:50.725" v="15978" actId="164"/>
          <ac:cxnSpMkLst>
            <pc:docMk/>
            <pc:sldMk cId="697098352" sldId="357"/>
            <ac:cxnSpMk id="26" creationId="{425AA252-7457-89CC-D2D7-2EBA233D8DBC}"/>
          </ac:cxnSpMkLst>
        </pc:cxnChg>
        <pc:cxnChg chg="add mod">
          <ac:chgData name="Tanmay Samak" userId="20166025-7f22-4346-9b98-ec55ab787a06" providerId="ADAL" clId="{80E0E721-19AE-46BB-B38B-5DE6E6D52B1B}" dt="2023-08-25T03:48:50.725" v="15978" actId="164"/>
          <ac:cxnSpMkLst>
            <pc:docMk/>
            <pc:sldMk cId="697098352" sldId="357"/>
            <ac:cxnSpMk id="27" creationId="{947D91C2-557B-EF2F-0504-6B8D484EA5EF}"/>
          </ac:cxnSpMkLst>
        </pc:cxnChg>
        <pc:cxnChg chg="add del mod">
          <ac:chgData name="Tanmay Samak" userId="20166025-7f22-4346-9b98-ec55ab787a06" providerId="ADAL" clId="{80E0E721-19AE-46BB-B38B-5DE6E6D52B1B}" dt="2023-08-25T03:39:47.850" v="15806" actId="478"/>
          <ac:cxnSpMkLst>
            <pc:docMk/>
            <pc:sldMk cId="697098352" sldId="357"/>
            <ac:cxnSpMk id="34" creationId="{482CEEF4-F40A-2CCA-3F29-8FAF1E772E8E}"/>
          </ac:cxnSpMkLst>
        </pc:cxnChg>
        <pc:cxnChg chg="add mod">
          <ac:chgData name="Tanmay Samak" userId="20166025-7f22-4346-9b98-ec55ab787a06" providerId="ADAL" clId="{80E0E721-19AE-46BB-B38B-5DE6E6D52B1B}" dt="2023-08-25T03:48:50.725" v="15978" actId="164"/>
          <ac:cxnSpMkLst>
            <pc:docMk/>
            <pc:sldMk cId="697098352" sldId="357"/>
            <ac:cxnSpMk id="35" creationId="{1F87548F-A3D1-7F90-49D9-C7AB973D0945}"/>
          </ac:cxnSpMkLst>
        </pc:cxnChg>
      </pc:sldChg>
      <pc:sldChg chg="addSp modSp add del">
        <pc:chgData name="Tanmay Samak" userId="20166025-7f22-4346-9b98-ec55ab787a06" providerId="ADAL" clId="{80E0E721-19AE-46BB-B38B-5DE6E6D52B1B}" dt="2023-08-24T01:29:33.698" v="12201" actId="47"/>
        <pc:sldMkLst>
          <pc:docMk/>
          <pc:sldMk cId="3217889315" sldId="357"/>
        </pc:sldMkLst>
        <pc:spChg chg="add mod">
          <ac:chgData name="Tanmay Samak" userId="20166025-7f22-4346-9b98-ec55ab787a06" providerId="ADAL" clId="{80E0E721-19AE-46BB-B38B-5DE6E6D52B1B}" dt="2023-08-24T01:29:05.662" v="12198"/>
          <ac:spMkLst>
            <pc:docMk/>
            <pc:sldMk cId="3217889315" sldId="357"/>
            <ac:spMk id="36" creationId="{DA5F35EE-F335-8829-8BD2-0CF966E4676B}"/>
          </ac:spMkLst>
        </pc:spChg>
        <pc:spChg chg="add mod">
          <ac:chgData name="Tanmay Samak" userId="20166025-7f22-4346-9b98-ec55ab787a06" providerId="ADAL" clId="{80E0E721-19AE-46BB-B38B-5DE6E6D52B1B}" dt="2023-08-24T01:29:05.662" v="12198"/>
          <ac:spMkLst>
            <pc:docMk/>
            <pc:sldMk cId="3217889315" sldId="357"/>
            <ac:spMk id="38" creationId="{C6B0A421-83E7-9877-1304-A34ED1FBBE7C}"/>
          </ac:spMkLst>
        </pc:spChg>
        <pc:spChg chg="add mod">
          <ac:chgData name="Tanmay Samak" userId="20166025-7f22-4346-9b98-ec55ab787a06" providerId="ADAL" clId="{80E0E721-19AE-46BB-B38B-5DE6E6D52B1B}" dt="2023-08-24T01:29:05.662" v="12198"/>
          <ac:spMkLst>
            <pc:docMk/>
            <pc:sldMk cId="3217889315" sldId="357"/>
            <ac:spMk id="40" creationId="{A0F4EAF2-7DF2-5803-D300-7BB2146AFD30}"/>
          </ac:spMkLst>
        </pc:spChg>
        <pc:spChg chg="add mod">
          <ac:chgData name="Tanmay Samak" userId="20166025-7f22-4346-9b98-ec55ab787a06" providerId="ADAL" clId="{80E0E721-19AE-46BB-B38B-5DE6E6D52B1B}" dt="2023-08-24T01:29:05.662" v="12198"/>
          <ac:spMkLst>
            <pc:docMk/>
            <pc:sldMk cId="3217889315" sldId="357"/>
            <ac:spMk id="42" creationId="{0AC6DF1B-DBDA-5455-6DF4-94068C3D3EE6}"/>
          </ac:spMkLst>
        </pc:spChg>
        <pc:picChg chg="add mod">
          <ac:chgData name="Tanmay Samak" userId="20166025-7f22-4346-9b98-ec55ab787a06" providerId="ADAL" clId="{80E0E721-19AE-46BB-B38B-5DE6E6D52B1B}" dt="2023-08-24T01:29:05.662" v="12198"/>
          <ac:picMkLst>
            <pc:docMk/>
            <pc:sldMk cId="3217889315" sldId="357"/>
            <ac:picMk id="37" creationId="{31A6CDF0-3A93-9FE3-1BF2-D18F18F7A0FF}"/>
          </ac:picMkLst>
        </pc:picChg>
        <pc:picChg chg="add mod">
          <ac:chgData name="Tanmay Samak" userId="20166025-7f22-4346-9b98-ec55ab787a06" providerId="ADAL" clId="{80E0E721-19AE-46BB-B38B-5DE6E6D52B1B}" dt="2023-08-24T01:29:05.662" v="12198"/>
          <ac:picMkLst>
            <pc:docMk/>
            <pc:sldMk cId="3217889315" sldId="357"/>
            <ac:picMk id="39" creationId="{C8459104-4F63-0EFB-BE75-D24B278102CF}"/>
          </ac:picMkLst>
        </pc:picChg>
        <pc:picChg chg="add mod">
          <ac:chgData name="Tanmay Samak" userId="20166025-7f22-4346-9b98-ec55ab787a06" providerId="ADAL" clId="{80E0E721-19AE-46BB-B38B-5DE6E6D52B1B}" dt="2023-08-24T01:29:05.662" v="12198"/>
          <ac:picMkLst>
            <pc:docMk/>
            <pc:sldMk cId="3217889315" sldId="357"/>
            <ac:picMk id="41" creationId="{578AF72C-4955-093B-4074-D40A63F93767}"/>
          </ac:picMkLst>
        </pc:picChg>
        <pc:picChg chg="add mod">
          <ac:chgData name="Tanmay Samak" userId="20166025-7f22-4346-9b98-ec55ab787a06" providerId="ADAL" clId="{80E0E721-19AE-46BB-B38B-5DE6E6D52B1B}" dt="2023-08-24T01:29:05.662" v="12198"/>
          <ac:picMkLst>
            <pc:docMk/>
            <pc:sldMk cId="3217889315" sldId="357"/>
            <ac:picMk id="43" creationId="{61F24B5A-AACA-1963-0886-E0D289D0880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64DAD3-22CC-6F44-83E0-2131E78B9EDB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77B3A5-E1EA-4F4C-9531-6207AB9D6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303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77B3A5-E1EA-4F4C-9531-6207AB9D674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1845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07/relationships/hdphoto" Target="../media/hdphoto3.wdp"/><Relationship Id="rId7" Type="http://schemas.microsoft.com/office/2007/relationships/hdphoto" Target="../media/hdphoto2.wdp"/><Relationship Id="rId12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11" Type="http://schemas.openxmlformats.org/officeDocument/2006/relationships/image" Target="../media/image6.png"/><Relationship Id="rId5" Type="http://schemas.microsoft.com/office/2007/relationships/hdphoto" Target="../media/hdphoto1.wdp"/><Relationship Id="rId10" Type="http://schemas.openxmlformats.org/officeDocument/2006/relationships/image" Target="../media/image5.png"/><Relationship Id="rId4" Type="http://schemas.openxmlformats.org/officeDocument/2006/relationships/image" Target="../media/image1.png"/><Relationship Id="rId9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E96780D1-4EB0-0577-A54A-CBBB0F1CB1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5"/>
                    </a14:imgEffect>
                  </a14:imgLayer>
                </a14:imgProps>
              </a:ext>
            </a:extLst>
          </a:blip>
          <a:srcRect b="29442"/>
          <a:stretch>
            <a:fillRect/>
          </a:stretch>
        </p:blipFill>
        <p:spPr>
          <a:xfrm>
            <a:off x="0" y="593950"/>
            <a:ext cx="12198093" cy="5733492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405C1E49-AF5B-E4DD-032F-B655C6F50097}"/>
              </a:ext>
            </a:extLst>
          </p:cNvPr>
          <p:cNvSpPr/>
          <p:nvPr userDrawn="1"/>
        </p:nvSpPr>
        <p:spPr>
          <a:xfrm>
            <a:off x="0" y="593948"/>
            <a:ext cx="12198093" cy="5733492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noFill/>
              </a:ln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6994" y="1710268"/>
            <a:ext cx="8529887" cy="1646302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defRPr sz="5400">
                <a:ln>
                  <a:noFill/>
                </a:ln>
                <a:solidFill>
                  <a:srgbClr val="F1612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6994" y="4050833"/>
            <a:ext cx="8529887" cy="1096899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>
                <a:solidFill>
                  <a:srgbClr val="747474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C7E9C9C6-5978-F13A-F8BD-CC99ABC962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9969" cy="586446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6B89A8F6-D0D8-90FA-7886-EE0DBA30FD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5" y="6327444"/>
            <a:ext cx="12189969" cy="530556"/>
          </a:xfrm>
          <a:prstGeom prst="rect">
            <a:avLst/>
          </a:prstGeom>
        </p:spPr>
      </p:pic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A68399F-92EE-2BF9-3FC1-7CA0E23FD37F}"/>
              </a:ext>
            </a:extLst>
          </p:cNvPr>
          <p:cNvCxnSpPr>
            <a:cxnSpLocks/>
          </p:cNvCxnSpPr>
          <p:nvPr userDrawn="1"/>
        </p:nvCxnSpPr>
        <p:spPr>
          <a:xfrm>
            <a:off x="0" y="586446"/>
            <a:ext cx="12192000" cy="0"/>
          </a:xfrm>
          <a:prstGeom prst="line">
            <a:avLst/>
          </a:prstGeom>
          <a:ln w="9525">
            <a:solidFill>
              <a:srgbClr val="F161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DECE3B3-7707-D6DC-95B2-7434C27D0DFF}"/>
              </a:ext>
            </a:extLst>
          </p:cNvPr>
          <p:cNvCxnSpPr/>
          <p:nvPr userDrawn="1"/>
        </p:nvCxnSpPr>
        <p:spPr>
          <a:xfrm>
            <a:off x="0" y="6327444"/>
            <a:ext cx="12192000" cy="0"/>
          </a:xfrm>
          <a:prstGeom prst="line">
            <a:avLst/>
          </a:prstGeom>
          <a:ln w="9525">
            <a:solidFill>
              <a:srgbClr val="F161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Picture 2" descr="Image result for clemson paw">
            <a:extLst>
              <a:ext uri="{FF2B5EF4-FFF2-40B4-BE49-F238E27FC236}">
                <a16:creationId xmlns:a16="http://schemas.microsoft.com/office/drawing/2014/main" id="{BA88B583-1003-4DA8-16E1-CB27648100A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39826" y="6444703"/>
            <a:ext cx="308908" cy="29603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2">
            <a:extLst>
              <a:ext uri="{FF2B5EF4-FFF2-40B4-BE49-F238E27FC236}">
                <a16:creationId xmlns:a16="http://schemas.microsoft.com/office/drawing/2014/main" id="{D695BBA6-2F58-EF71-E8F0-D9DDCDFD799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81" y="62633"/>
            <a:ext cx="2265716" cy="441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Date Placeholder 3">
            <a:extLst>
              <a:ext uri="{FF2B5EF4-FFF2-40B4-BE49-F238E27FC236}">
                <a16:creationId xmlns:a16="http://schemas.microsoft.com/office/drawing/2014/main" id="{43F37833-CE16-3FA7-7DB7-FEC3F553EA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257906" y="6377310"/>
            <a:ext cx="1862814" cy="1760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ln>
                  <a:noFill/>
                </a:ln>
                <a:solidFill>
                  <a:srgbClr val="F16122"/>
                </a:solidFill>
                <a:latin typeface="Consolas" panose="020B0609020204030204" pitchFamily="49" charset="0"/>
              </a:defRPr>
            </a:lvl1pPr>
          </a:lstStyle>
          <a:p>
            <a:fld id="{999CB917-DC8B-40EF-B4AA-3E23D34D563A}" type="datetime4">
              <a:rPr lang="en-US" smtClean="0"/>
              <a:pPr/>
              <a:t>October 17, 2026</a:t>
            </a:fld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48" name="Slide Number Placeholder 5">
            <a:extLst>
              <a:ext uri="{FF2B5EF4-FFF2-40B4-BE49-F238E27FC236}">
                <a16:creationId xmlns:a16="http://schemas.microsoft.com/office/drawing/2014/main" id="{0F9167A0-781B-237C-7AD1-AA3EB8BCEC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57906" y="6617655"/>
            <a:ext cx="1862813" cy="17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ln>
                  <a:noFill/>
                </a:ln>
                <a:solidFill>
                  <a:srgbClr val="F16122"/>
                </a:solidFill>
                <a:latin typeface="Consolas" panose="020B0609020204030204" pitchFamily="49" charset="0"/>
              </a:defRPr>
            </a:lvl1pPr>
          </a:lstStyle>
          <a:p>
            <a:fld id="{2830D569-578E-4806-BAF0-B60D44F6A82D}" type="slidenum">
              <a:rPr lang="en-US" smtClean="0"/>
              <a:pPr/>
              <a:t>‹#›</a:t>
            </a:fld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9971B96-9AE2-B774-B807-FCBB1A680E07}"/>
              </a:ext>
            </a:extLst>
          </p:cNvPr>
          <p:cNvSpPr txBox="1"/>
          <p:nvPr userDrawn="1"/>
        </p:nvSpPr>
        <p:spPr>
          <a:xfrm>
            <a:off x="612372" y="6361890"/>
            <a:ext cx="63866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F16122"/>
                </a:solidFill>
                <a:latin typeface="Consolas" panose="020B0609020204030204" pitchFamily="49" charset="0"/>
              </a:rPr>
              <a:t>AuE-4930/6930: Autonomous Racing | Fall 2026</a:t>
            </a:r>
          </a:p>
          <a:p>
            <a:r>
              <a:rPr lang="en-US" sz="1200" b="0" i="0" dirty="0">
                <a:solidFill>
                  <a:srgbClr val="F16122"/>
                </a:solidFill>
                <a:effectLst/>
                <a:latin typeface="Consolas" panose="020B0609020204030204" pitchFamily="49" charset="0"/>
              </a:rPr>
              <a:t>Clemson University International Center for Automotive Research (CU-ICAR)</a:t>
            </a:r>
            <a:endParaRPr lang="en-IN" sz="1200" dirty="0">
              <a:solidFill>
                <a:srgbClr val="F16122"/>
              </a:solidFill>
              <a:latin typeface="Consolas" panose="020B0609020204030204" pitchFamily="49" charset="0"/>
            </a:endParaRP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A65A4381-D311-A5A5-B6C6-5887C712BD1A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036954" y="63182"/>
            <a:ext cx="2083765" cy="442800"/>
          </a:xfrm>
          <a:prstGeom prst="rect">
            <a:avLst/>
          </a:prstGeom>
        </p:spPr>
      </p:pic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440A7DE-E2F0-7F15-3C70-A5796FF19A90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354807" y="6593310"/>
            <a:ext cx="432000" cy="0"/>
          </a:xfrm>
          <a:prstGeom prst="line">
            <a:avLst/>
          </a:prstGeom>
          <a:ln w="9525">
            <a:solidFill>
              <a:srgbClr val="F161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8335B721-E00B-2BE0-B176-74916ECD332F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 l="4783" t="14345" r="5590" b="14345"/>
          <a:stretch>
            <a:fillRect/>
          </a:stretch>
        </p:blipFill>
        <p:spPr>
          <a:xfrm>
            <a:off x="6806057" y="64851"/>
            <a:ext cx="1936852" cy="4389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FD06BB-EFAA-E428-838F-C1F8D347D5D9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3631043" y="64851"/>
            <a:ext cx="1880968" cy="43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60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79" y="933450"/>
            <a:ext cx="10933641" cy="6381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>
                <a:solidFill>
                  <a:srgbClr val="F1612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9179" y="1809750"/>
            <a:ext cx="10933642" cy="4284491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1pPr>
            <a:lvl2pPr marL="742950" indent="-28575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2pPr>
            <a:lvl3pPr marL="11430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3pPr>
            <a:lvl4pPr marL="16002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4pPr>
            <a:lvl5pPr marL="20574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BD791-1DD1-4B30-96A2-5D129849FE1A}" type="datetime4">
              <a:rPr lang="en-US" smtClean="0"/>
              <a:t>October 17,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475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78" y="2700868"/>
            <a:ext cx="10933641" cy="1290108"/>
          </a:xfrm>
          <a:prstGeom prst="rect">
            <a:avLst/>
          </a:prstGeom>
        </p:spPr>
        <p:txBody>
          <a:bodyPr anchor="b"/>
          <a:lstStyle>
            <a:lvl1pPr algn="l">
              <a:defRPr sz="4000" b="0" cap="none">
                <a:solidFill>
                  <a:srgbClr val="F1612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178" y="4097740"/>
            <a:ext cx="10933641" cy="86040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000">
                <a:solidFill>
                  <a:srgbClr val="747474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CF2D1-AFA2-49B4-AB76-31EC814AC742}" type="datetime4">
              <a:rPr lang="en-US" smtClean="0"/>
              <a:t>October 17,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703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5C8A70C-BB20-ACF9-AB88-9EC587281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178" y="933450"/>
            <a:ext cx="10933641" cy="6381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1612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9180" y="1809750"/>
            <a:ext cx="5400000" cy="4284491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1pPr>
            <a:lvl2pPr marL="742950" indent="-28575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2pPr>
            <a:lvl3pPr marL="11430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3pPr>
            <a:lvl4pPr marL="16002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4pPr>
            <a:lvl5pPr marL="20574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62822" y="1809750"/>
            <a:ext cx="5403620" cy="428449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1pPr>
            <a:lvl2pPr marL="742950" indent="-28575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2pPr>
            <a:lvl3pPr marL="11430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3pPr>
            <a:lvl4pPr marL="16002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4pPr>
            <a:lvl5pPr marL="20574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A57A-37B9-4771-A3BC-8C2F89ABCF6D}" type="datetime4">
              <a:rPr lang="en-US" smtClean="0"/>
              <a:t>October 17, 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947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82C66-E2D9-4D31-247A-D21DED25E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177" y="933450"/>
            <a:ext cx="10933641" cy="6381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1612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178" y="1809750"/>
            <a:ext cx="5400000" cy="5762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rgbClr val="74747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177" y="2389582"/>
            <a:ext cx="5400000" cy="3704659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1pPr>
            <a:lvl2pPr marL="742950" indent="-28575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2pPr>
            <a:lvl3pPr marL="11430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3pPr>
            <a:lvl4pPr marL="16002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4pPr>
            <a:lvl5pPr marL="20574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2824" y="1809750"/>
            <a:ext cx="5401410" cy="5762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rgbClr val="74747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2823" y="2389582"/>
            <a:ext cx="5401411" cy="3704659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1pPr>
            <a:lvl2pPr marL="742950" indent="-28575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2pPr>
            <a:lvl3pPr marL="11430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3pPr>
            <a:lvl4pPr marL="16002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4pPr>
            <a:lvl5pPr marL="20574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6FFAC-54CA-44A8-B698-E91AF56AE429}" type="datetime4">
              <a:rPr lang="en-US" smtClean="0"/>
              <a:t>October 17, 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540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3289A-931F-F36D-91F9-33043CC0C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179" y="933450"/>
            <a:ext cx="10933641" cy="6381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1612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D0362-A948-430E-8BD0-8B9E08C6C7F8}" type="datetime4">
              <a:rPr lang="en-US" smtClean="0"/>
              <a:t>October 17, 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077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62AC-E99A-4DDD-B48C-37DEA8B1385D}" type="datetime4">
              <a:rPr lang="en-US" smtClean="0"/>
              <a:t>October 17, 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607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79" y="933450"/>
            <a:ext cx="5400000" cy="127846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600">
                <a:solidFill>
                  <a:srgbClr val="F1612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62820" y="933450"/>
            <a:ext cx="5400000" cy="516079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1pPr>
            <a:lvl2pPr marL="742950" indent="-28575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2pPr>
            <a:lvl3pPr marL="11430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3pPr>
            <a:lvl4pPr marL="16002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4pPr>
            <a:lvl5pPr marL="20574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179" y="2223506"/>
            <a:ext cx="5400000" cy="387073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rgbClr val="747474"/>
                </a:solidFill>
              </a:defRPr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29B7-BA30-4C77-A211-B644ED171C52}" type="datetime4">
              <a:rPr lang="en-US" smtClean="0"/>
              <a:t>October 17, 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761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9179" y="933449"/>
            <a:ext cx="10933641" cy="362902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78" y="4800600"/>
            <a:ext cx="10933642" cy="56673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1612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178" y="5367337"/>
            <a:ext cx="10933642" cy="7269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747474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7D87C-6051-4DFD-A624-C6BEFAD2E3BB}" type="datetime4">
              <a:rPr lang="en-US" smtClean="0"/>
              <a:t>October 17, 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658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78" y="933449"/>
            <a:ext cx="10933641" cy="325388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400" b="0" cap="none">
                <a:solidFill>
                  <a:srgbClr val="F1612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178" y="4470399"/>
            <a:ext cx="10933641" cy="1623841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rgbClr val="747474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2A1B8-F0E1-4B30-9F77-1122E0304B96}" type="datetime4">
              <a:rPr lang="en-US" smtClean="0"/>
              <a:t>October 17,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684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6134" y="933449"/>
            <a:ext cx="8094134" cy="301353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400" b="0" cap="none">
                <a:solidFill>
                  <a:srgbClr val="F1612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105744" y="3946986"/>
            <a:ext cx="7224524" cy="381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>
              <a:buFontTx/>
              <a:buNone/>
              <a:defRPr sz="1600">
                <a:solidFill>
                  <a:srgbClr val="747474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178" y="4470400"/>
            <a:ext cx="10933641" cy="162384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rgbClr val="747474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08218-F159-45D1-8C5A-913263F16CA5}" type="datetime4">
              <a:rPr lang="en-US" smtClean="0"/>
              <a:t>October 17,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629178" y="93344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rgbClr val="F16122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7624" y="336220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rgbClr val="F16122"/>
                </a:solidFill>
                <a:latin typeface="Arial"/>
              </a:rPr>
              <a:t>”</a:t>
            </a:r>
            <a:endParaRPr lang="en-US" dirty="0">
              <a:solidFill>
                <a:srgbClr val="F16122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81506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78" y="933450"/>
            <a:ext cx="10933642" cy="359399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400" b="0" cap="none">
                <a:solidFill>
                  <a:srgbClr val="F1612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176" y="4527447"/>
            <a:ext cx="10933641" cy="156679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rgbClr val="747474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5015D-013F-4D0C-9373-F62B2FCC45CC}" type="datetime4">
              <a:rPr lang="en-US" smtClean="0"/>
              <a:t>October 17,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7622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15EA2-ADC7-9C95-E4DC-D38A5A3A8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6134" y="933449"/>
            <a:ext cx="8091490" cy="3013536"/>
          </a:xfrm>
          <a:prstGeom prst="rect">
            <a:avLst/>
          </a:prstGeom>
        </p:spPr>
        <p:txBody>
          <a:bodyPr anchor="ctr" anchorCtr="0"/>
          <a:lstStyle>
            <a:lvl1pPr>
              <a:defRPr sz="4400">
                <a:solidFill>
                  <a:srgbClr val="F1612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29178" y="4013200"/>
            <a:ext cx="10933641" cy="51424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FontTx/>
              <a:buNone/>
              <a:defRPr sz="2400" b="1">
                <a:solidFill>
                  <a:srgbClr val="747474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177" y="4527448"/>
            <a:ext cx="10933642" cy="156679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rgbClr val="747474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64FA0-4554-4C85-B153-D5334F24D954}" type="datetime4">
              <a:rPr lang="en-US" smtClean="0"/>
              <a:t>October 17,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6CC7BE-6FD0-C0B3-E338-FD5C1A67D70F}"/>
              </a:ext>
            </a:extLst>
          </p:cNvPr>
          <p:cNvSpPr txBox="1"/>
          <p:nvPr userDrawn="1"/>
        </p:nvSpPr>
        <p:spPr>
          <a:xfrm>
            <a:off x="629178" y="93344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rgbClr val="F16122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43E77B-F11C-87A8-8A33-E17F0A275FCC}"/>
              </a:ext>
            </a:extLst>
          </p:cNvPr>
          <p:cNvSpPr txBox="1"/>
          <p:nvPr userDrawn="1"/>
        </p:nvSpPr>
        <p:spPr>
          <a:xfrm>
            <a:off x="9327624" y="336220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rgbClr val="F16122"/>
                </a:solidFill>
                <a:latin typeface="Arial"/>
              </a:rPr>
              <a:t>”</a:t>
            </a:r>
            <a:endParaRPr lang="en-US" dirty="0">
              <a:solidFill>
                <a:srgbClr val="F16122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00155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79" y="933450"/>
            <a:ext cx="10933641" cy="269875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400" b="0" cap="none">
                <a:solidFill>
                  <a:srgbClr val="F1612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29179" y="4013200"/>
            <a:ext cx="10933639" cy="51424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FontTx/>
              <a:buNone/>
              <a:defRPr sz="2400" b="1">
                <a:solidFill>
                  <a:srgbClr val="747474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178" y="4527447"/>
            <a:ext cx="10933641" cy="156679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rgbClr val="747474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EB63E-7F44-4335-B6D1-26EAD869CF20}" type="datetime4">
              <a:rPr lang="en-US" smtClean="0"/>
              <a:t>October 17,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9724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2075D-B5D5-5A64-618F-6F81F03B0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179" y="933450"/>
            <a:ext cx="10933641" cy="638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1612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9179" y="1809751"/>
            <a:ext cx="10933641" cy="4284490"/>
          </a:xfrm>
          <a:prstGeom prst="rect">
            <a:avLst/>
          </a:prstGeom>
        </p:spPr>
        <p:txBody>
          <a:bodyPr vert="eaVert"/>
          <a:lstStyle>
            <a:lvl1pPr marL="342900" indent="-3429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1pPr>
            <a:lvl2pPr marL="742950" indent="-28575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2pPr>
            <a:lvl3pPr marL="11430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3pPr>
            <a:lvl4pPr marL="16002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4pPr>
            <a:lvl5pPr marL="20574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4EF1C-2AE6-4033-A4BE-78D2D0D65268}" type="datetime4">
              <a:rPr lang="en-US" smtClean="0"/>
              <a:t>October 17,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062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57906" y="933450"/>
            <a:ext cx="1304743" cy="5160791"/>
          </a:xfrm>
          <a:prstGeom prst="rect">
            <a:avLst/>
          </a:prstGeom>
        </p:spPr>
        <p:txBody>
          <a:bodyPr vert="eaVert" anchor="ctr"/>
          <a:lstStyle>
            <a:lvl1pPr>
              <a:defRPr>
                <a:solidFill>
                  <a:srgbClr val="F1612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9179" y="933449"/>
            <a:ext cx="9362546" cy="5160791"/>
          </a:xfrm>
          <a:prstGeom prst="rect">
            <a:avLst/>
          </a:prstGeom>
        </p:spPr>
        <p:txBody>
          <a:bodyPr vert="eaVert"/>
          <a:lstStyle>
            <a:lvl1pPr marL="342900" indent="-3429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1pPr>
            <a:lvl2pPr marL="742950" indent="-28575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2pPr>
            <a:lvl3pPr marL="11430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3pPr>
            <a:lvl4pPr marL="16002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4pPr>
            <a:lvl5pPr marL="20574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4C25C-9A87-44A7-B9B1-045845215AED}" type="datetime4">
              <a:rPr lang="en-US" smtClean="0"/>
              <a:t>October 17,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82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26" Type="http://schemas.openxmlformats.org/officeDocument/2006/relationships/image" Target="../media/image7.png"/><Relationship Id="rId3" Type="http://schemas.openxmlformats.org/officeDocument/2006/relationships/slideLayout" Target="../slideLayouts/slideLayout3.xml"/><Relationship Id="rId21" Type="http://schemas.microsoft.com/office/2007/relationships/hdphoto" Target="../media/hdphoto2.wdp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5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4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EBBC6A2A-A690-8A51-F5F9-EA6F665AEF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8" cstate="screen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9969" cy="58644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2BFFA73-2857-6632-420F-6F0DDD84C3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0" cstate="screen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5" y="6327444"/>
            <a:ext cx="12189969" cy="530556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6F9CC2E-654F-073E-8ADE-8AEE7387FD31}"/>
              </a:ext>
            </a:extLst>
          </p:cNvPr>
          <p:cNvCxnSpPr/>
          <p:nvPr userDrawn="1"/>
        </p:nvCxnSpPr>
        <p:spPr>
          <a:xfrm>
            <a:off x="0" y="586446"/>
            <a:ext cx="12192000" cy="0"/>
          </a:xfrm>
          <a:prstGeom prst="line">
            <a:avLst/>
          </a:prstGeom>
          <a:ln w="9525">
            <a:solidFill>
              <a:srgbClr val="F161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1B37C3F-18CC-83A2-BA6B-D6A31322FFE0}"/>
              </a:ext>
            </a:extLst>
          </p:cNvPr>
          <p:cNvCxnSpPr/>
          <p:nvPr userDrawn="1"/>
        </p:nvCxnSpPr>
        <p:spPr>
          <a:xfrm>
            <a:off x="0" y="6327444"/>
            <a:ext cx="12192000" cy="0"/>
          </a:xfrm>
          <a:prstGeom prst="line">
            <a:avLst/>
          </a:prstGeom>
          <a:ln w="9525">
            <a:solidFill>
              <a:srgbClr val="F161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Picture 2" descr="Image result for clemson paw">
            <a:extLst>
              <a:ext uri="{FF2B5EF4-FFF2-40B4-BE49-F238E27FC236}">
                <a16:creationId xmlns:a16="http://schemas.microsoft.com/office/drawing/2014/main" id="{6FCD6173-B645-3CCB-3B6A-F92A1243AA6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39826" y="6444703"/>
            <a:ext cx="308908" cy="29603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2">
            <a:extLst>
              <a:ext uri="{FF2B5EF4-FFF2-40B4-BE49-F238E27FC236}">
                <a16:creationId xmlns:a16="http://schemas.microsoft.com/office/drawing/2014/main" id="{0336D1B9-37E9-CD4C-D4D3-92D6EBDB790D}"/>
              </a:ext>
            </a:extLst>
          </p:cNvPr>
          <p:cNvPicPr>
            <a:picLocks noChangeAspect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81" y="62633"/>
            <a:ext cx="2265716" cy="441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57906" y="6377310"/>
            <a:ext cx="1862814" cy="1760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ln>
                  <a:noFill/>
                </a:ln>
                <a:solidFill>
                  <a:srgbClr val="F16122"/>
                </a:solidFill>
                <a:latin typeface="Consolas" panose="020B0609020204030204" pitchFamily="49" charset="0"/>
              </a:defRPr>
            </a:lvl1pPr>
          </a:lstStyle>
          <a:p>
            <a:fld id="{999CB917-DC8B-40EF-B4AA-3E23D34D563A}" type="datetime4">
              <a:rPr lang="en-US" smtClean="0"/>
              <a:pPr/>
              <a:t>October 17, 2026</a:t>
            </a:fld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57906" y="6617655"/>
            <a:ext cx="1862813" cy="17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ln>
                  <a:noFill/>
                </a:ln>
                <a:solidFill>
                  <a:srgbClr val="F16122"/>
                </a:solidFill>
                <a:latin typeface="Consolas" panose="020B0609020204030204" pitchFamily="49" charset="0"/>
              </a:defRPr>
            </a:lvl1pPr>
          </a:lstStyle>
          <a:p>
            <a:fld id="{2830D569-578E-4806-BAF0-B60D44F6A82D}" type="slidenum">
              <a:rPr lang="en-US" smtClean="0"/>
              <a:pPr/>
              <a:t>‹#›</a:t>
            </a:fld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3B6DF4-8ABB-E333-260D-5C7374E88E43}"/>
              </a:ext>
            </a:extLst>
          </p:cNvPr>
          <p:cNvSpPr txBox="1"/>
          <p:nvPr userDrawn="1"/>
        </p:nvSpPr>
        <p:spPr>
          <a:xfrm>
            <a:off x="612372" y="6361890"/>
            <a:ext cx="63866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F16122"/>
                </a:solidFill>
                <a:latin typeface="Consolas" panose="020B0609020204030204" pitchFamily="49" charset="0"/>
              </a:rPr>
              <a:t>AuE-4930/6930: Autonomous Racing | Fall 2026</a:t>
            </a:r>
          </a:p>
          <a:p>
            <a:r>
              <a:rPr lang="en-US" sz="1200" b="0" i="0" dirty="0">
                <a:solidFill>
                  <a:srgbClr val="F16122"/>
                </a:solidFill>
                <a:effectLst/>
                <a:latin typeface="Consolas" panose="020B0609020204030204" pitchFamily="49" charset="0"/>
              </a:rPr>
              <a:t>Clemson University International Center for Automotive Research (CU-ICAR)</a:t>
            </a:r>
            <a:endParaRPr lang="en-IN" sz="1200" dirty="0">
              <a:solidFill>
                <a:srgbClr val="F16122"/>
              </a:solidFill>
              <a:latin typeface="Consolas" panose="020B0609020204030204" pitchFamily="49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9E4CADF-BA61-6D5F-19DD-BF340FE51E71}"/>
              </a:ext>
            </a:extLst>
          </p:cNvPr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10036954" y="63182"/>
            <a:ext cx="2083765" cy="442800"/>
          </a:xfrm>
          <a:prstGeom prst="rect">
            <a:avLst/>
          </a:prstGeom>
        </p:spPr>
      </p:pic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EAA4253-31BE-EEB4-D0BE-A6CEB0FB3804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354807" y="6593310"/>
            <a:ext cx="432000" cy="0"/>
          </a:xfrm>
          <a:prstGeom prst="line">
            <a:avLst/>
          </a:prstGeom>
          <a:ln w="9525">
            <a:solidFill>
              <a:srgbClr val="F161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F6C15BDB-EE77-0894-404A-DB11A3ED138A}"/>
              </a:ext>
            </a:extLst>
          </p:cNvPr>
          <p:cNvPicPr>
            <a:picLocks noChangeAspect="1"/>
          </p:cNvPicPr>
          <p:nvPr userDrawn="1"/>
        </p:nvPicPr>
        <p:blipFill>
          <a:blip r:embed="rId25"/>
          <a:srcRect l="4783" t="14345" r="5590" b="14345"/>
          <a:stretch>
            <a:fillRect/>
          </a:stretch>
        </p:blipFill>
        <p:spPr>
          <a:xfrm>
            <a:off x="6806057" y="64851"/>
            <a:ext cx="1936852" cy="4389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9A7797-1CE2-19E6-4A92-05F84E150140}"/>
              </a:ext>
            </a:extLst>
          </p:cNvPr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>
          <a:xfrm>
            <a:off x="3631043" y="64851"/>
            <a:ext cx="1880968" cy="43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963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</p:sldLayoutIdLst>
  <p:hf hdr="0" ft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tsamak@clemson.edu" TargetMode="External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csamak@clemson.edu" TargetMode="Externa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hyperlink" Target="https://github.com/Tinker-Twins/AuE-X930-Autonomous-Racing/blob/main/LAB-01%20Developer%20Onramp/Linux-101.md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hyperlink" Target="https://github.com/Tinker-Twins/AuE-X930-Autonomous-Racing/blob/main/LAB-01%20Developer%20Onramp/Git-101.md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hyperlink" Target="https://github.com/Tinker-Twins/AuE-X930-Autonomous-Racing/blob/main/LAB-01%20Developer%20Onramp/Docker-101.md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22EAA-9B1A-F369-588C-2142CFC0E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3AB54BC-8674-CDB6-3EF2-6D3DFA7BA7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61438" y="1710268"/>
            <a:ext cx="5356894" cy="1646302"/>
          </a:xfrm>
        </p:spPr>
        <p:txBody>
          <a:bodyPr anchor="ctr" anchorCtr="0"/>
          <a:lstStyle/>
          <a:p>
            <a:pPr algn="l"/>
            <a:r>
              <a:rPr lang="en-US" dirty="0">
                <a:latin typeface="Consolas" panose="020B0609020204030204" pitchFamily="49" charset="0"/>
              </a:rPr>
              <a:t>LAB-01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sz="2600" dirty="0">
                <a:latin typeface="Consolas" panose="020B0609020204030204" pitchFamily="49" charset="0"/>
              </a:rPr>
              <a:t>Developer Onramp</a:t>
            </a:r>
            <a:endParaRPr lang="en-US" sz="2600" dirty="0">
              <a:solidFill>
                <a:srgbClr val="747474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D39ADA-2B25-D786-2CC2-08ECE8F264BD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FF7BD791-1DD1-4B30-96A2-5D129849FE1A}" type="datetime4">
              <a:rPr lang="en-US" smtClean="0"/>
              <a:t>October 17,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81C8FC-C879-BCA2-5BF1-8BC21007BD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1</a:t>
            </a:fld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B47C912-6342-C8EC-EC3C-053CDC5CB785}"/>
              </a:ext>
            </a:extLst>
          </p:cNvPr>
          <p:cNvGrpSpPr>
            <a:grpSpLocks noChangeAspect="1"/>
          </p:cNvGrpSpPr>
          <p:nvPr/>
        </p:nvGrpSpPr>
        <p:grpSpPr>
          <a:xfrm>
            <a:off x="6537297" y="4105431"/>
            <a:ext cx="4381039" cy="1575581"/>
            <a:chOff x="378435" y="4596779"/>
            <a:chExt cx="3852407" cy="1385467"/>
          </a:xfrm>
        </p:grpSpPr>
        <p:sp>
          <p:nvSpPr>
            <p:cNvPr id="26" name="Subtitle 2">
              <a:extLst>
                <a:ext uri="{FF2B5EF4-FFF2-40B4-BE49-F238E27FC236}">
                  <a16:creationId xmlns:a16="http://schemas.microsoft.com/office/drawing/2014/main" id="{722F02CE-2F84-2FD4-F5BC-BAFBC68C6FD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657833" y="4596779"/>
              <a:ext cx="2573009" cy="1385467"/>
            </a:xfrm>
            <a:prstGeom prst="rect">
              <a:avLst/>
            </a:prstGeom>
            <a:ln>
              <a:noFill/>
            </a:ln>
          </p:spPr>
          <p:txBody>
            <a:bodyPr vert="horz" lIns="91440" tIns="45720" rIns="91440" bIns="45720" rtlCol="0" anchor="ctr" anchorCtr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2000" b="1" dirty="0">
                  <a:solidFill>
                    <a:srgbClr val="F16122"/>
                  </a:solidFill>
                  <a:latin typeface="Consolas" panose="020B0609020204030204" pitchFamily="49" charset="0"/>
                  <a:ea typeface="CMU Serif" panose="02000603000000000000" pitchFamily="2" charset="0"/>
                  <a:cs typeface="Arial" panose="020B0604020202020204" pitchFamily="34" charset="0"/>
                </a:rPr>
                <a:t>Tanmay Vilas Samak</a:t>
              </a:r>
            </a:p>
            <a:p>
              <a:pPr algn="l"/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ea typeface="CMU Serif" panose="02000603000000000000" pitchFamily="2" charset="0"/>
                  <a:cs typeface="Arial" panose="020B0604020202020204" pitchFamily="34" charset="0"/>
                </a:rPr>
                <a:t>Ph.D. Candidate</a:t>
              </a:r>
            </a:p>
            <a:p>
              <a:pPr algn="l"/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ea typeface="CMU Serif" panose="02000603000000000000" pitchFamily="2" charset="0"/>
                  <a:cs typeface="Arial" panose="020B0604020202020204" pitchFamily="34" charset="0"/>
                </a:rPr>
                <a:t>ARMLab, CU-ICAR</a:t>
              </a:r>
            </a:p>
            <a:p>
              <a:pPr algn="l"/>
              <a:r>
                <a:rPr lang="en-US" sz="1400" b="1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ea typeface="CMU Serif" panose="02000603000000000000" pitchFamily="2" charset="0"/>
                  <a:cs typeface="Arial" panose="020B0604020202020204" pitchFamily="34" charset="0"/>
                </a:rPr>
                <a:t>Email: </a:t>
              </a:r>
              <a:r>
                <a:rPr lang="en-US" sz="1400" dirty="0">
                  <a:solidFill>
                    <a:srgbClr val="F16122"/>
                  </a:solidFill>
                  <a:latin typeface="Consolas" panose="020B0609020204030204" pitchFamily="49" charset="0"/>
                  <a:ea typeface="CMU Serif" panose="02000603000000000000" pitchFamily="2" charset="0"/>
                  <a:cs typeface="Courier New" panose="02070309020205020404" pitchFamily="49" charset="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tsamak@clemson.edu</a:t>
              </a:r>
              <a:endParaRPr lang="en-US" sz="1400" dirty="0">
                <a:solidFill>
                  <a:srgbClr val="F16122"/>
                </a:solidFill>
                <a:latin typeface="Consolas" panose="020B0609020204030204" pitchFamily="49" charset="0"/>
                <a:ea typeface="CMU Serif" panose="02000603000000000000" pitchFamily="2" charset="0"/>
                <a:cs typeface="Courier New" panose="02070309020205020404" pitchFamily="49" charset="0"/>
              </a:endParaRPr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C49C14BA-DA1D-01C3-EEC2-1E4C53B72A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78435" y="4628968"/>
              <a:ext cx="1279398" cy="1279399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FCA96A8-D0C2-CCF2-A8EB-BA88BA210458}"/>
              </a:ext>
            </a:extLst>
          </p:cNvPr>
          <p:cNvGrpSpPr>
            <a:grpSpLocks noChangeAspect="1"/>
          </p:cNvGrpSpPr>
          <p:nvPr/>
        </p:nvGrpSpPr>
        <p:grpSpPr>
          <a:xfrm>
            <a:off x="1273664" y="4103771"/>
            <a:ext cx="4379212" cy="1575583"/>
            <a:chOff x="4664507" y="4595122"/>
            <a:chExt cx="3855639" cy="1387208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7000A9FC-9605-EFCE-ED27-70B4E62FE20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664507" y="4627352"/>
              <a:ext cx="1279398" cy="1279398"/>
            </a:xfrm>
            <a:prstGeom prst="rect">
              <a:avLst/>
            </a:prstGeom>
          </p:spPr>
        </p:pic>
        <p:sp>
          <p:nvSpPr>
            <p:cNvPr id="30" name="Subtitle 2">
              <a:extLst>
                <a:ext uri="{FF2B5EF4-FFF2-40B4-BE49-F238E27FC236}">
                  <a16:creationId xmlns:a16="http://schemas.microsoft.com/office/drawing/2014/main" id="{E7C0B273-00EE-019A-B247-0308716F3A9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943905" y="4595122"/>
              <a:ext cx="2576241" cy="1387208"/>
            </a:xfrm>
            <a:prstGeom prst="rect">
              <a:avLst/>
            </a:prstGeom>
            <a:ln>
              <a:noFill/>
            </a:ln>
          </p:spPr>
          <p:txBody>
            <a:bodyPr vert="horz" lIns="91440" tIns="45720" rIns="91440" bIns="45720" rtlCol="0" anchor="ctr" anchorCtr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2000" b="1" dirty="0">
                  <a:solidFill>
                    <a:srgbClr val="F16122"/>
                  </a:solidFill>
                  <a:latin typeface="Consolas" panose="020B0609020204030204" pitchFamily="49" charset="0"/>
                  <a:ea typeface="CMU Serif" panose="02000603000000000000" pitchFamily="2" charset="0"/>
                  <a:cs typeface="Arial" panose="020B0604020202020204" pitchFamily="34" charset="0"/>
                </a:rPr>
                <a:t>Chinmay Vilas Samak</a:t>
              </a:r>
            </a:p>
            <a:p>
              <a:pPr algn="l"/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ea typeface="CMU Serif" panose="02000603000000000000" pitchFamily="2" charset="0"/>
                  <a:cs typeface="Arial" panose="020B0604020202020204" pitchFamily="34" charset="0"/>
                </a:rPr>
                <a:t>Ph.D. Candidate</a:t>
              </a:r>
            </a:p>
            <a:p>
              <a:pPr algn="l"/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ea typeface="CMU Serif" panose="02000603000000000000" pitchFamily="2" charset="0"/>
                  <a:cs typeface="Arial" panose="020B0604020202020204" pitchFamily="34" charset="0"/>
                </a:rPr>
                <a:t>ARMLab, CU-ICAR</a:t>
              </a:r>
            </a:p>
            <a:p>
              <a:pPr algn="l"/>
              <a:r>
                <a:rPr lang="en-US" sz="1400" b="1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ea typeface="CMU Serif" panose="02000603000000000000" pitchFamily="2" charset="0"/>
                  <a:cs typeface="Arial" panose="020B0604020202020204" pitchFamily="34" charset="0"/>
                </a:rPr>
                <a:t>Email: </a:t>
              </a:r>
              <a:r>
                <a:rPr lang="en-US" sz="1400" dirty="0">
                  <a:solidFill>
                    <a:srgbClr val="F16122"/>
                  </a:solidFill>
                  <a:latin typeface="Consolas" panose="020B0609020204030204" pitchFamily="49" charset="0"/>
                  <a:ea typeface="CMU Serif" panose="02000603000000000000" pitchFamily="2" charset="0"/>
                  <a:cs typeface="Courier New" panose="02070309020205020404" pitchFamily="49" charset="0"/>
                  <a:hlinkClick r:id="rId6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csamak@clemson.edu</a:t>
              </a:r>
              <a:endParaRPr lang="en-US" sz="1400" dirty="0">
                <a:solidFill>
                  <a:srgbClr val="F16122"/>
                </a:solidFill>
                <a:latin typeface="Consolas" panose="020B0609020204030204" pitchFamily="49" charset="0"/>
                <a:ea typeface="CMU Serif" panose="02000603000000000000" pitchFamily="2" charset="0"/>
                <a:cs typeface="Courier New" panose="02070309020205020404" pitchFamily="49" charset="0"/>
              </a:endParaRPr>
            </a:p>
          </p:txBody>
        </p:sp>
      </p:grp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E4E42F6-252F-5ED1-BF43-AC2D64EEC31A}"/>
              </a:ext>
            </a:extLst>
          </p:cNvPr>
          <p:cNvCxnSpPr>
            <a:cxnSpLocks/>
          </p:cNvCxnSpPr>
          <p:nvPr/>
        </p:nvCxnSpPr>
        <p:spPr>
          <a:xfrm>
            <a:off x="5400954" y="1710459"/>
            <a:ext cx="0" cy="16459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9E28D771-F622-5E0C-67E6-B0F263B2B7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3664" y="1710268"/>
            <a:ext cx="3840813" cy="1646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108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FD470-6EAE-E360-A0CE-7F30D89F3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295A7-1152-B937-2F42-2DEAA1E9B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onsolas" panose="020B0609020204030204" pitchFamily="49" charset="0"/>
              </a:rPr>
              <a:t>Lab Outline and Expected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D8DE9-E68E-7861-C301-F7973F8B0E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16122"/>
                </a:solidFill>
                <a:latin typeface="Consolas" panose="020B0609020204030204" pitchFamily="49" charset="0"/>
              </a:rPr>
              <a:t>Development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Linux (Ubuntu 22.04)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Windows Subsystem for Linux (WSL 2)</a:t>
            </a:r>
          </a:p>
          <a:p>
            <a:r>
              <a:rPr lang="en-US" b="1" dirty="0">
                <a:solidFill>
                  <a:srgbClr val="F16122"/>
                </a:solidFill>
                <a:latin typeface="Consolas" panose="020B0609020204030204" pitchFamily="49" charset="0"/>
              </a:rPr>
              <a:t>Version Control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Git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GitHub</a:t>
            </a:r>
          </a:p>
          <a:p>
            <a:r>
              <a:rPr lang="en-US" b="1" dirty="0">
                <a:solidFill>
                  <a:srgbClr val="F16122"/>
                </a:solidFill>
                <a:latin typeface="Consolas" panose="020B0609020204030204" pitchFamily="49" charset="0"/>
              </a:rPr>
              <a:t>Containerization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Docker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Docker Hub</a:t>
            </a:r>
          </a:p>
          <a:p>
            <a:r>
              <a:rPr lang="en-US" b="1" dirty="0">
                <a:solidFill>
                  <a:srgbClr val="F16122"/>
                </a:solidFill>
                <a:latin typeface="Consolas" panose="020B0609020204030204" pitchFamily="49" charset="0"/>
              </a:rPr>
              <a:t>GOAL: </a:t>
            </a:r>
            <a:r>
              <a:rPr lang="en-US" dirty="0">
                <a:latin typeface="Consolas" panose="020B0609020204030204" pitchFamily="49" charset="0"/>
              </a:rPr>
              <a:t>Develop, collaborate, package &amp; deploy seamlessly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FD6294-8365-40EE-175A-6E53CC33D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BD791-1DD1-4B30-96A2-5D129849FE1A}" type="datetime4">
              <a:rPr lang="en-US" smtClean="0"/>
              <a:t>October 17,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80128-1037-D53A-CFD9-C6896FA52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FA7712-F4A6-C040-AFE4-1F5C1663B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547706" y="2669499"/>
            <a:ext cx="8532421" cy="3657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8FB216-3513-060A-7DBC-0266E995A3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1509" y="2266950"/>
            <a:ext cx="1539394" cy="18288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FF1E99C-4B17-15CB-F0E8-9270388B44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2701" y="4095750"/>
            <a:ext cx="2320119" cy="18288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BBA650E-A1EE-9FD6-8247-2516F803AA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5367" y="1440360"/>
            <a:ext cx="18288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827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9152D-761E-C7AA-9698-5C9B4703F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011AD9-931F-CD74-FF8E-1AC31BB3C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BD791-1DD1-4B30-96A2-5D129849FE1A}" type="datetime4">
              <a:rPr lang="en-US" smtClean="0"/>
              <a:t>October 17,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D2F8D-3A96-8A40-D9C0-19DAFA21A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F547B5C-B20F-B337-7360-5004BB5F4D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11162" y="2669499"/>
            <a:ext cx="8532421" cy="365760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4307B7BD-35D4-E8CB-802B-AE371B692688}"/>
              </a:ext>
            </a:extLst>
          </p:cNvPr>
          <p:cNvGrpSpPr/>
          <p:nvPr/>
        </p:nvGrpSpPr>
        <p:grpSpPr>
          <a:xfrm>
            <a:off x="3721910" y="2205548"/>
            <a:ext cx="4748179" cy="927902"/>
            <a:chOff x="3067960" y="2207727"/>
            <a:chExt cx="4748179" cy="92790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FEDB1FD-1822-FEA9-1B80-1C2ACB06FF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67960" y="2207727"/>
              <a:ext cx="777394" cy="923544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F831A3C-B61A-AE4F-AC30-8C5639381578}"/>
                </a:ext>
              </a:extLst>
            </p:cNvPr>
            <p:cNvSpPr txBox="1"/>
            <p:nvPr/>
          </p:nvSpPr>
          <p:spPr>
            <a:xfrm>
              <a:off x="4197841" y="2212299"/>
              <a:ext cx="3618298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>
                  <a:solidFill>
                    <a:srgbClr val="F16122"/>
                  </a:solidFill>
                  <a:latin typeface="Consolas" panose="020B0609020204030204" pitchFamily="49" charset="0"/>
                  <a:ea typeface="Calibri" panose="020F0502020204030204" pitchFamily="34" charset="0"/>
                  <a:cs typeface="Calibri" panose="020F0502020204030204" pitchFamily="34" charset="0"/>
                </a:rPr>
                <a:t>Linux 101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6FEFDAE4-EFD3-635E-DF3F-75F986096C8F}"/>
              </a:ext>
            </a:extLst>
          </p:cNvPr>
          <p:cNvGrpSpPr/>
          <p:nvPr/>
        </p:nvGrpSpPr>
        <p:grpSpPr>
          <a:xfrm>
            <a:off x="8941561" y="5678424"/>
            <a:ext cx="3179158" cy="493776"/>
            <a:chOff x="4484791" y="2669499"/>
            <a:chExt cx="3179158" cy="49377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9ED4A55-2FC7-B97B-4DF2-459A2A673412}"/>
                </a:ext>
              </a:extLst>
            </p:cNvPr>
            <p:cNvSpPr txBox="1"/>
            <p:nvPr/>
          </p:nvSpPr>
          <p:spPr>
            <a:xfrm>
              <a:off x="5286375" y="2669499"/>
              <a:ext cx="2377574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2600" dirty="0">
                  <a:latin typeface="Consolas" panose="020B0609020204030204" pitchFamily="49" charset="0"/>
                  <a:hlinkClick r:id="rId4"/>
                </a:rPr>
                <a:t>Linux-101.md</a:t>
              </a:r>
              <a:endParaRPr lang="en-US" sz="2600" dirty="0">
                <a:latin typeface="Consolas" panose="020B0609020204030204" pitchFamily="49" charset="0"/>
              </a:endParaRPr>
            </a:p>
          </p:txBody>
        </p:sp>
        <p:pic>
          <p:nvPicPr>
            <p:cNvPr id="6" name="Picture 5" descr="File:Markdown-mark.svg">
              <a:extLst>
                <a:ext uri="{FF2B5EF4-FFF2-40B4-BE49-F238E27FC236}">
                  <a16:creationId xmlns:a16="http://schemas.microsoft.com/office/drawing/2014/main" id="{AD8E332B-9210-D331-DEE8-E9BA5DCD2DD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84791" y="2669499"/>
              <a:ext cx="801584" cy="4937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129053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64D77-B25B-8BA2-6DF1-98666E783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6A8F2C9-DB5D-89A7-B284-EE7B3B718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Linux 101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CA0F259-FE2F-6537-F38C-BF4633C53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F16122"/>
                </a:solidFill>
                <a:latin typeface="Consolas" panose="020B0609020204030204" pitchFamily="49" charset="0"/>
              </a:rPr>
              <a:t>Linux makes a developer’s life easy!</a:t>
            </a:r>
          </a:p>
          <a:p>
            <a:pPr marL="0" indent="0" algn="just">
              <a:buNone/>
            </a:pPr>
            <a:r>
              <a:rPr lang="en-US" sz="1600" b="1" dirty="0">
                <a:solidFill>
                  <a:srgbClr val="F16122"/>
                </a:solidFill>
                <a:latin typeface="Consolas" panose="020B0609020204030204" pitchFamily="49" charset="0"/>
              </a:rPr>
              <a:t>Course context:</a:t>
            </a:r>
            <a:r>
              <a:rPr lang="en-US" sz="1600" dirty="0">
                <a:solidFill>
                  <a:srgbClr val="F16122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latin typeface="Consolas" panose="020B0609020204030204" pitchFamily="49" charset="0"/>
              </a:rPr>
              <a:t>Autonomous vehicle projects often run on Linux because robotics tools, simulators, build systems, and embedded computing workflows are commonly developed for Linux.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F16122"/>
                </a:solidFill>
                <a:latin typeface="Consolas" panose="020B0609020204030204" pitchFamily="49" charset="0"/>
              </a:rPr>
              <a:t>Learning goals:</a:t>
            </a:r>
            <a:endParaRPr lang="en-US" sz="1600" dirty="0">
              <a:latin typeface="Consolas" panose="020B0609020204030204" pitchFamily="49" charset="0"/>
            </a:endParaRPr>
          </a:p>
          <a:p>
            <a:pPr lvl="1"/>
            <a:r>
              <a:rPr lang="en-US" sz="1400" dirty="0">
                <a:latin typeface="Consolas" panose="020B0609020204030204" pitchFamily="49" charset="0"/>
              </a:rPr>
              <a:t>Navigate the filesystem</a:t>
            </a:r>
          </a:p>
          <a:p>
            <a:pPr lvl="1"/>
            <a:r>
              <a:rPr lang="en-US" sz="1400" dirty="0">
                <a:latin typeface="Consolas" panose="020B0609020204030204" pitchFamily="49" charset="0"/>
              </a:rPr>
              <a:t>Create, inspect, copy, move, and remove files</a:t>
            </a:r>
          </a:p>
          <a:p>
            <a:pPr lvl="1"/>
            <a:r>
              <a:rPr lang="en-US" sz="1400" dirty="0">
                <a:latin typeface="Consolas" panose="020B0609020204030204" pitchFamily="49" charset="0"/>
              </a:rPr>
              <a:t>Search for files and text</a:t>
            </a:r>
          </a:p>
          <a:p>
            <a:pPr lvl="1"/>
            <a:r>
              <a:rPr lang="en-US" sz="1400" dirty="0">
                <a:latin typeface="Consolas" panose="020B0609020204030204" pitchFamily="49" charset="0"/>
              </a:rPr>
              <a:t>Understand paths, permissions, commands, and processes</a:t>
            </a:r>
          </a:p>
          <a:p>
            <a:pPr lvl="1"/>
            <a:r>
              <a:rPr lang="en-US" sz="1400" dirty="0">
                <a:latin typeface="Consolas" panose="020B0609020204030204" pitchFamily="49" charset="0"/>
              </a:rPr>
              <a:t>Manage packages with apt</a:t>
            </a:r>
          </a:p>
          <a:p>
            <a:pPr lvl="1"/>
            <a:r>
              <a:rPr lang="en-US" sz="1400" dirty="0">
                <a:latin typeface="Consolas" panose="020B0609020204030204" pitchFamily="49" charset="0"/>
              </a:rPr>
              <a:t>Use command history, redirection, and pipes</a:t>
            </a:r>
          </a:p>
          <a:p>
            <a:pPr lvl="1"/>
            <a:r>
              <a:rPr lang="en-US" sz="1400" dirty="0">
                <a:latin typeface="Consolas" panose="020B0609020204030204" pitchFamily="49" charset="0"/>
              </a:rPr>
              <a:t>Find help when a command is unfamiliar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2B521E-BD27-1EAC-3B0C-4263F89DE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CF2D1-AFA2-49B4-AB76-31EC814AC742}" type="datetime4">
              <a:rPr lang="en-US" smtClean="0"/>
              <a:t>October 17,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400ABA-0717-534A-D0E8-68F938B60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5D99D6-1748-AF37-2D8D-6BDBFBBC3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2174" y="2669499"/>
            <a:ext cx="8532421" cy="3657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2527A56-D4DF-6485-9B55-653DA2D1EC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3729" y="3351041"/>
            <a:ext cx="2309091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2231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68E3D25-4EB0-7135-B58E-8F2784F76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79" y="1809750"/>
            <a:ext cx="8624550" cy="4284491"/>
          </a:xfrm>
        </p:spPr>
        <p:txBody>
          <a:bodyPr/>
          <a:lstStyle/>
          <a:p>
            <a:endParaRPr lang="en-US" sz="1600" dirty="0">
              <a:latin typeface="Consolas" panose="020B0609020204030204" pitchFamily="49" charset="0"/>
            </a:endParaRPr>
          </a:p>
          <a:p>
            <a:endParaRPr lang="en-US" sz="1600" dirty="0">
              <a:latin typeface="Consolas" panose="020B0609020204030204" pitchFamily="49" charset="0"/>
            </a:endParaRPr>
          </a:p>
          <a:p>
            <a:endParaRPr lang="en-US" sz="1600" dirty="0">
              <a:latin typeface="Consolas" panose="020B0609020204030204" pitchFamily="49" charset="0"/>
            </a:endParaRPr>
          </a:p>
          <a:p>
            <a:endParaRPr lang="en-US" sz="1600" dirty="0">
              <a:latin typeface="Consolas" panose="020B0609020204030204" pitchFamily="49" charset="0"/>
            </a:endParaRP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The </a:t>
            </a:r>
            <a:r>
              <a:rPr lang="en-US" sz="1600" b="1" dirty="0">
                <a:solidFill>
                  <a:srgbClr val="F16122"/>
                </a:solidFill>
                <a:latin typeface="Consolas" panose="020B0609020204030204" pitchFamily="49" charset="0"/>
              </a:rPr>
              <a:t>terminal</a:t>
            </a:r>
            <a:r>
              <a:rPr lang="en-US" sz="1600" dirty="0">
                <a:latin typeface="Consolas" panose="020B0609020204030204" pitchFamily="49" charset="0"/>
              </a:rPr>
              <a:t> is the window where you type commands and see output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The </a:t>
            </a:r>
            <a:r>
              <a:rPr lang="en-US" sz="1600" b="1" dirty="0">
                <a:solidFill>
                  <a:srgbClr val="F16122"/>
                </a:solidFill>
                <a:latin typeface="Consolas" panose="020B0609020204030204" pitchFamily="49" charset="0"/>
              </a:rPr>
              <a:t>shell</a:t>
            </a:r>
            <a:r>
              <a:rPr lang="en-US" sz="1600" dirty="0">
                <a:latin typeface="Consolas" panose="020B0609020204030204" pitchFamily="49" charset="0"/>
              </a:rPr>
              <a:t> is the program that reads your commands; Bash is a common shell on Ubuntu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The </a:t>
            </a:r>
            <a:r>
              <a:rPr lang="en-US" sz="1600" b="1" dirty="0">
                <a:solidFill>
                  <a:srgbClr val="F16122"/>
                </a:solidFill>
                <a:latin typeface="Consolas" panose="020B0609020204030204" pitchFamily="49" charset="0"/>
              </a:rPr>
              <a:t>filesystem</a:t>
            </a:r>
            <a:r>
              <a:rPr lang="en-US" sz="1600" dirty="0">
                <a:latin typeface="Consolas" panose="020B0609020204030204" pitchFamily="49" charset="0"/>
              </a:rPr>
              <a:t> is the tree of directories and files beginning at /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A </a:t>
            </a:r>
            <a:r>
              <a:rPr lang="en-US" sz="1600" b="1" dirty="0">
                <a:solidFill>
                  <a:srgbClr val="F16122"/>
                </a:solidFill>
                <a:latin typeface="Consolas" panose="020B0609020204030204" pitchFamily="49" charset="0"/>
              </a:rPr>
              <a:t>process</a:t>
            </a:r>
            <a:r>
              <a:rPr lang="en-US" sz="1600" dirty="0">
                <a:latin typeface="Consolas" panose="020B0609020204030204" pitchFamily="49" charset="0"/>
              </a:rPr>
              <a:t> is a program that is currently running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Most </a:t>
            </a:r>
            <a:r>
              <a:rPr lang="en-US" sz="1600" b="1" dirty="0">
                <a:solidFill>
                  <a:srgbClr val="F16122"/>
                </a:solidFill>
                <a:latin typeface="Consolas" panose="020B0609020204030204" pitchFamily="49" charset="0"/>
              </a:rPr>
              <a:t>commands</a:t>
            </a:r>
            <a:r>
              <a:rPr lang="en-US" sz="1600" dirty="0">
                <a:latin typeface="Consolas" panose="020B0609020204030204" pitchFamily="49" charset="0"/>
              </a:rPr>
              <a:t> either inspect or change the filesystem, start a process, or connect these ideas together with pipes and redirection</a:t>
            </a:r>
          </a:p>
        </p:txBody>
      </p:sp>
      <p:pic>
        <p:nvPicPr>
          <p:cNvPr id="10" name="Content Placeholder 22">
            <a:extLst>
              <a:ext uri="{FF2B5EF4-FFF2-40B4-BE49-F238E27FC236}">
                <a16:creationId xmlns:a16="http://schemas.microsoft.com/office/drawing/2014/main" id="{7A5402D2-FE5D-6606-8147-2CD035331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20" y="1809750"/>
            <a:ext cx="10934700" cy="1741475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58D3D44B-9568-1572-F4B5-F879C102F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Linux 101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B3EA6D-2ADD-0F68-BD0F-F11C5D031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CF2D1-AFA2-49B4-AB76-31EC814AC742}" type="datetime4">
              <a:rPr lang="en-US" smtClean="0"/>
              <a:t>October 17,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5942AF-51DF-E6AC-383F-4C7E1C70F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6FD8FEE-3A40-2A08-6B76-23474DC117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547706" y="2669499"/>
            <a:ext cx="8532421" cy="3657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EA514F5-4719-53A8-0A95-7F90C093D8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3729" y="3351041"/>
            <a:ext cx="2309091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1470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E6011-F8D6-1A75-7715-F333C243D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08826-AB18-8352-406B-376FBD0FF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BD791-1DD1-4B30-96A2-5D129849FE1A}" type="datetime4">
              <a:rPr lang="en-US" smtClean="0"/>
              <a:t>October 17,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0067E-73B1-DE51-EDE2-86599BFB6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1CDF065-57FE-2FC3-9C22-60BFC2AC9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11162" y="2669499"/>
            <a:ext cx="8532421" cy="365760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61BB82EF-5268-724E-F815-D5277718C949}"/>
              </a:ext>
            </a:extLst>
          </p:cNvPr>
          <p:cNvGrpSpPr/>
          <p:nvPr/>
        </p:nvGrpSpPr>
        <p:grpSpPr>
          <a:xfrm>
            <a:off x="4066887" y="2205548"/>
            <a:ext cx="4058225" cy="927902"/>
            <a:chOff x="3648835" y="2205548"/>
            <a:chExt cx="4058225" cy="92790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B5519CC-BC87-2EEE-77C3-B3E99F7AC2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48835" y="2205548"/>
              <a:ext cx="923544" cy="923544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81798BC-0ED3-CF5D-587A-EECC4B894BAF}"/>
                </a:ext>
              </a:extLst>
            </p:cNvPr>
            <p:cNvSpPr txBox="1"/>
            <p:nvPr/>
          </p:nvSpPr>
          <p:spPr>
            <a:xfrm>
              <a:off x="4851791" y="2210120"/>
              <a:ext cx="2855269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>
                  <a:solidFill>
                    <a:srgbClr val="F16122"/>
                  </a:solidFill>
                  <a:latin typeface="Consolas" panose="020B0609020204030204" pitchFamily="49" charset="0"/>
                  <a:ea typeface="Calibri" panose="020F0502020204030204" pitchFamily="34" charset="0"/>
                  <a:cs typeface="Calibri" panose="020F0502020204030204" pitchFamily="34" charset="0"/>
                </a:rPr>
                <a:t>Git 101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745A891-8F6A-C960-3478-F9F8CCFDEECF}"/>
              </a:ext>
            </a:extLst>
          </p:cNvPr>
          <p:cNvGrpSpPr/>
          <p:nvPr/>
        </p:nvGrpSpPr>
        <p:grpSpPr>
          <a:xfrm>
            <a:off x="9307046" y="5677091"/>
            <a:ext cx="2813673" cy="493776"/>
            <a:chOff x="4484791" y="2669499"/>
            <a:chExt cx="2813673" cy="493776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A0BE4E3-517E-1789-F1D9-BF7BC32B1E46}"/>
                </a:ext>
              </a:extLst>
            </p:cNvPr>
            <p:cNvSpPr txBox="1"/>
            <p:nvPr/>
          </p:nvSpPr>
          <p:spPr>
            <a:xfrm>
              <a:off x="5286375" y="2669499"/>
              <a:ext cx="2012089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2600" dirty="0">
                  <a:latin typeface="Consolas" panose="020B0609020204030204" pitchFamily="49" charset="0"/>
                  <a:hlinkClick r:id="rId4"/>
                </a:rPr>
                <a:t>Git-101.md</a:t>
              </a:r>
              <a:endParaRPr lang="en-US" sz="2600" dirty="0">
                <a:latin typeface="Consolas" panose="020B0609020204030204" pitchFamily="49" charset="0"/>
              </a:endParaRPr>
            </a:p>
          </p:txBody>
        </p:sp>
        <p:pic>
          <p:nvPicPr>
            <p:cNvPr id="12" name="Picture 11" descr="File:Markdown-mark.svg">
              <a:extLst>
                <a:ext uri="{FF2B5EF4-FFF2-40B4-BE49-F238E27FC236}">
                  <a16:creationId xmlns:a16="http://schemas.microsoft.com/office/drawing/2014/main" id="{7F21D38C-7A38-F657-3169-136B88CDFAA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84791" y="2669499"/>
              <a:ext cx="801584" cy="4937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181030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C3BEF-7C81-33F3-8A87-7604F48A5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2F82339-2245-79EC-F414-9EB550F68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F15A24"/>
                </a:solidFill>
                <a:latin typeface="Consolas" panose="020B0609020204030204" pitchFamily="49" charset="0"/>
              </a:rPr>
              <a:t>Git turns edits into traceable history!</a:t>
            </a:r>
            <a:endParaRPr lang="en-US" sz="1600" b="1" dirty="0">
              <a:solidFill>
                <a:srgbClr val="F16122"/>
              </a:solidFill>
              <a:latin typeface="Consolas" panose="020B0609020204030204" pitchFamily="49" charset="0"/>
            </a:endParaRPr>
          </a:p>
          <a:p>
            <a:pPr marL="0" indent="0" algn="just">
              <a:buNone/>
            </a:pPr>
            <a:r>
              <a:rPr lang="en-US" sz="1600" b="1" dirty="0">
                <a:solidFill>
                  <a:srgbClr val="F16122"/>
                </a:solidFill>
                <a:latin typeface="Consolas" panose="020B0609020204030204" pitchFamily="49" charset="0"/>
              </a:rPr>
              <a:t>Course context:</a:t>
            </a:r>
            <a:r>
              <a:rPr lang="en-US" sz="1600" dirty="0">
                <a:solidFill>
                  <a:srgbClr val="F16122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latin typeface="Consolas" panose="020B0609020204030204" pitchFamily="49" charset="0"/>
              </a:rPr>
              <a:t>Autonomous racing teams use Git to track changes to the autonomy stack, simulation configurations, and documentation. GitHub provides a shared platform for reviewing, testing, and integrating the project efficiently.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F16122"/>
                </a:solidFill>
                <a:latin typeface="Consolas" panose="020B0609020204030204" pitchFamily="49" charset="0"/>
              </a:rPr>
              <a:t>Learning goals:</a:t>
            </a:r>
            <a:endParaRPr lang="en-US" sz="1600" dirty="0">
              <a:latin typeface="Consolas" panose="020B0609020204030204" pitchFamily="49" charset="0"/>
            </a:endParaRPr>
          </a:p>
          <a:p>
            <a:pPr lvl="1"/>
            <a:r>
              <a:rPr lang="en-US" sz="1400" dirty="0">
                <a:latin typeface="Consolas" panose="020B0609020204030204" pitchFamily="49" charset="0"/>
              </a:rPr>
              <a:t>Create or clone a Git repository</a:t>
            </a:r>
          </a:p>
          <a:p>
            <a:pPr lvl="1"/>
            <a:r>
              <a:rPr lang="en-US" sz="1400" dirty="0">
                <a:latin typeface="Consolas" panose="020B0609020204030204" pitchFamily="49" charset="0"/>
              </a:rPr>
              <a:t>Understand working-tree, staging-area, and commit states</a:t>
            </a:r>
          </a:p>
          <a:p>
            <a:pPr lvl="1"/>
            <a:r>
              <a:rPr lang="en-US" sz="1400" dirty="0">
                <a:latin typeface="Consolas" panose="020B0609020204030204" pitchFamily="49" charset="0"/>
              </a:rPr>
              <a:t>Make focused commits</a:t>
            </a:r>
          </a:p>
          <a:p>
            <a:pPr lvl="1"/>
            <a:r>
              <a:rPr lang="en-US" sz="1400" dirty="0">
                <a:latin typeface="Consolas" panose="020B0609020204030204" pitchFamily="49" charset="0"/>
              </a:rPr>
              <a:t>Inspect history and changes</a:t>
            </a:r>
          </a:p>
          <a:p>
            <a:pPr lvl="1"/>
            <a:r>
              <a:rPr lang="en-US" sz="1400" dirty="0">
                <a:latin typeface="Consolas" panose="020B0609020204030204" pitchFamily="49" charset="0"/>
              </a:rPr>
              <a:t>Work with branches</a:t>
            </a:r>
          </a:p>
          <a:p>
            <a:pPr lvl="1"/>
            <a:r>
              <a:rPr lang="en-US" sz="1400" dirty="0">
                <a:latin typeface="Consolas" panose="020B0609020204030204" pitchFamily="49" charset="0"/>
              </a:rPr>
              <a:t>Connect a local repository to GitHub</a:t>
            </a:r>
          </a:p>
          <a:p>
            <a:pPr lvl="1"/>
            <a:r>
              <a:rPr lang="en-US" sz="1400" dirty="0">
                <a:latin typeface="Consolas" panose="020B0609020204030204" pitchFamily="49" charset="0"/>
              </a:rPr>
              <a:t>Pull and push changes</a:t>
            </a:r>
          </a:p>
          <a:p>
            <a:pPr lvl="1"/>
            <a:r>
              <a:rPr lang="en-US" sz="1400" dirty="0">
                <a:latin typeface="Consolas" panose="020B0609020204030204" pitchFamily="49" charset="0"/>
              </a:rPr>
              <a:t>Handle merge conflicts safely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5124BC1-CF1A-5D67-0B30-F114AF98D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9620" y="3351041"/>
            <a:ext cx="2743200" cy="27432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0DA84A6-DD8D-4FB2-1BB7-76924F8AB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Git 101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9D9897-2EC6-D5D2-7412-F36B7E402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CF2D1-AFA2-49B4-AB76-31EC814AC742}" type="datetime4">
              <a:rPr lang="en-US" smtClean="0"/>
              <a:t>October 17,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24AC37-31F3-E956-1121-2840109CD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F52CD4-D72D-797B-EC2D-80F9B00968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12174" y="2669499"/>
            <a:ext cx="8532421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6061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83D95-D0E7-EEF5-222C-716A06E73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0A73242-31A1-4BEC-D5F8-69F2A01B5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79" y="1809750"/>
            <a:ext cx="8190441" cy="4284491"/>
          </a:xfrm>
        </p:spPr>
        <p:txBody>
          <a:bodyPr/>
          <a:lstStyle/>
          <a:p>
            <a:endParaRPr lang="en-US" sz="1600" dirty="0">
              <a:latin typeface="Consolas" panose="020B0609020204030204" pitchFamily="49" charset="0"/>
            </a:endParaRPr>
          </a:p>
          <a:p>
            <a:endParaRPr lang="en-US" sz="1600" dirty="0">
              <a:latin typeface="Consolas" panose="020B0609020204030204" pitchFamily="49" charset="0"/>
            </a:endParaRPr>
          </a:p>
          <a:p>
            <a:endParaRPr lang="en-US" sz="1600" dirty="0">
              <a:latin typeface="Consolas" panose="020B0609020204030204" pitchFamily="49" charset="0"/>
            </a:endParaRPr>
          </a:p>
          <a:p>
            <a:endParaRPr lang="en-US" sz="1600" dirty="0">
              <a:latin typeface="Consolas" panose="020B0609020204030204" pitchFamily="49" charset="0"/>
            </a:endParaRP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The </a:t>
            </a:r>
            <a:r>
              <a:rPr lang="en-US" sz="1600" b="1" dirty="0">
                <a:solidFill>
                  <a:srgbClr val="F16122"/>
                </a:solidFill>
                <a:latin typeface="Consolas" panose="020B0609020204030204" pitchFamily="49" charset="0"/>
              </a:rPr>
              <a:t>working tree </a:t>
            </a:r>
            <a:r>
              <a:rPr lang="en-US" sz="1600" dirty="0">
                <a:latin typeface="Consolas" panose="020B0609020204030204" pitchFamily="49" charset="0"/>
              </a:rPr>
              <a:t>is what you currently see and edit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The </a:t>
            </a:r>
            <a:r>
              <a:rPr lang="en-US" sz="1600" b="1" dirty="0">
                <a:solidFill>
                  <a:srgbClr val="F16122"/>
                </a:solidFill>
                <a:latin typeface="Consolas" panose="020B0609020204030204" pitchFamily="49" charset="0"/>
              </a:rPr>
              <a:t>staging area </a:t>
            </a:r>
            <a:r>
              <a:rPr lang="en-US" sz="1600" dirty="0">
                <a:latin typeface="Consolas" panose="020B0609020204030204" pitchFamily="49" charset="0"/>
              </a:rPr>
              <a:t>is the exact set of changes selected for the next commit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A </a:t>
            </a:r>
            <a:r>
              <a:rPr lang="en-US" sz="1600" b="1" dirty="0">
                <a:solidFill>
                  <a:srgbClr val="F16122"/>
                </a:solidFill>
                <a:latin typeface="Consolas" panose="020B0609020204030204" pitchFamily="49" charset="0"/>
              </a:rPr>
              <a:t>commit</a:t>
            </a:r>
            <a:r>
              <a:rPr lang="en-US" sz="1600" dirty="0">
                <a:latin typeface="Consolas" panose="020B0609020204030204" pitchFamily="49" charset="0"/>
              </a:rPr>
              <a:t> is a saved snapshot with an author, timestamp, identifier, and message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A </a:t>
            </a:r>
            <a:r>
              <a:rPr lang="en-US" sz="1600" b="1" dirty="0">
                <a:solidFill>
                  <a:srgbClr val="F16122"/>
                </a:solidFill>
                <a:latin typeface="Consolas" panose="020B0609020204030204" pitchFamily="49" charset="0"/>
              </a:rPr>
              <a:t>remote repository </a:t>
            </a:r>
            <a:r>
              <a:rPr lang="en-US" sz="1600" dirty="0">
                <a:latin typeface="Consolas" panose="020B0609020204030204" pitchFamily="49" charset="0"/>
              </a:rPr>
              <a:t>is a shared copy of the repository on a hosting platform; GitHub is one example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F88ED5B-551B-288E-C71F-57B43FA1B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79" y="1809583"/>
            <a:ext cx="10936224" cy="150929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E46A559-607D-7A36-6D5A-ACDB821B6B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9620" y="3351041"/>
            <a:ext cx="2743200" cy="27432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65A6A20C-197B-90B7-716E-4DF8FB52E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Git 101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F1A3A5-930B-61E4-48B3-36E20C772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CF2D1-AFA2-49B4-AB76-31EC814AC742}" type="datetime4">
              <a:rPr lang="en-US" smtClean="0"/>
              <a:t>October 17,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AD6F6A-F5D3-9F71-C945-05F4511DA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7CAD12-1463-06B6-B35B-DFB89B6B55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8547706" y="2669499"/>
            <a:ext cx="8532421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4051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052BB-472C-6DC9-61C6-98B001A67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0779D-E629-0EE6-ABF3-3B72C396F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BD791-1DD1-4B30-96A2-5D129849FE1A}" type="datetime4">
              <a:rPr lang="en-US" smtClean="0"/>
              <a:t>October 17,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CED2D0-1772-CD72-9580-4710B9DBE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AF406D0-00F1-5098-EF3F-F5A7D3E722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11162" y="2669499"/>
            <a:ext cx="8532421" cy="365760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21F66D9-6F18-B9C3-74B8-E3F4B53A34AB}"/>
              </a:ext>
            </a:extLst>
          </p:cNvPr>
          <p:cNvGrpSpPr/>
          <p:nvPr/>
        </p:nvGrpSpPr>
        <p:grpSpPr>
          <a:xfrm>
            <a:off x="3432586" y="2205548"/>
            <a:ext cx="5326827" cy="927902"/>
            <a:chOff x="3942829" y="2205548"/>
            <a:chExt cx="5326827" cy="92790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BA55586-B9E1-C9CD-3973-5B1967E157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42829" y="2205548"/>
              <a:ext cx="1171660" cy="923544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AEECBB6-2B79-634B-6CDA-889F5A6BF50D}"/>
                </a:ext>
              </a:extLst>
            </p:cNvPr>
            <p:cNvSpPr txBox="1"/>
            <p:nvPr/>
          </p:nvSpPr>
          <p:spPr>
            <a:xfrm>
              <a:off x="5269843" y="2210120"/>
              <a:ext cx="399981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>
                  <a:solidFill>
                    <a:srgbClr val="F16122"/>
                  </a:solidFill>
                  <a:latin typeface="Consolas" panose="020B0609020204030204" pitchFamily="49" charset="0"/>
                  <a:ea typeface="Calibri" panose="020F0502020204030204" pitchFamily="34" charset="0"/>
                  <a:cs typeface="Calibri" panose="020F0502020204030204" pitchFamily="34" charset="0"/>
                </a:rPr>
                <a:t>Docker 101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C61B1CC-C490-F540-C7F2-7EC65058B055}"/>
              </a:ext>
            </a:extLst>
          </p:cNvPr>
          <p:cNvGrpSpPr/>
          <p:nvPr/>
        </p:nvGrpSpPr>
        <p:grpSpPr>
          <a:xfrm>
            <a:off x="8758819" y="5677091"/>
            <a:ext cx="3361900" cy="493776"/>
            <a:chOff x="4484791" y="2669499"/>
            <a:chExt cx="3361900" cy="493776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FFD55DB-856F-83B1-8A02-8FC5B4A00D01}"/>
                </a:ext>
              </a:extLst>
            </p:cNvPr>
            <p:cNvSpPr txBox="1"/>
            <p:nvPr/>
          </p:nvSpPr>
          <p:spPr>
            <a:xfrm>
              <a:off x="5286375" y="2669499"/>
              <a:ext cx="2560316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2600" dirty="0">
                  <a:latin typeface="Consolas" panose="020B0609020204030204" pitchFamily="49" charset="0"/>
                  <a:hlinkClick r:id="rId4"/>
                </a:rPr>
                <a:t>Docker-101.md</a:t>
              </a:r>
              <a:endParaRPr lang="en-US" sz="2600" dirty="0">
                <a:latin typeface="Consolas" panose="020B0609020204030204" pitchFamily="49" charset="0"/>
              </a:endParaRPr>
            </a:p>
          </p:txBody>
        </p:sp>
        <p:pic>
          <p:nvPicPr>
            <p:cNvPr id="16" name="Picture 15" descr="File:Markdown-mark.svg">
              <a:extLst>
                <a:ext uri="{FF2B5EF4-FFF2-40B4-BE49-F238E27FC236}">
                  <a16:creationId xmlns:a16="http://schemas.microsoft.com/office/drawing/2014/main" id="{C3A26789-B6A8-3955-974B-5422E9EA0D0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84791" y="2669499"/>
              <a:ext cx="801584" cy="4937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916391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853A8-3E5E-20BC-D919-64F4809F5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BF35863-26F6-DEBE-1110-9159D695D5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F15A24"/>
                </a:solidFill>
                <a:latin typeface="Consolas" panose="020B0609020204030204" pitchFamily="49" charset="0"/>
              </a:rPr>
              <a:t>Docker makes the environment portable!</a:t>
            </a:r>
          </a:p>
          <a:p>
            <a:pPr marL="0" indent="0" algn="just">
              <a:buNone/>
            </a:pPr>
            <a:r>
              <a:rPr lang="en-US" sz="1600" b="1" dirty="0">
                <a:solidFill>
                  <a:srgbClr val="F16122"/>
                </a:solidFill>
                <a:latin typeface="Consolas" panose="020B0609020204030204" pitchFamily="49" charset="0"/>
              </a:rPr>
              <a:t>Course context:</a:t>
            </a:r>
            <a:r>
              <a:rPr lang="en-US" sz="1600" dirty="0">
                <a:solidFill>
                  <a:srgbClr val="F16122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latin typeface="Consolas" panose="020B0609020204030204" pitchFamily="49" charset="0"/>
              </a:rPr>
              <a:t>Docker can give every student a consistent environment for the simulator, robotics middleware, build dependencies, etc. even when host computers differ.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F16122"/>
                </a:solidFill>
                <a:latin typeface="Consolas" panose="020B0609020204030204" pitchFamily="49" charset="0"/>
              </a:rPr>
              <a:t>Learning goals:</a:t>
            </a:r>
            <a:endParaRPr lang="en-US" sz="1600" dirty="0">
              <a:latin typeface="Consolas" panose="020B0609020204030204" pitchFamily="49" charset="0"/>
            </a:endParaRPr>
          </a:p>
          <a:p>
            <a:pPr lvl="1"/>
            <a:r>
              <a:rPr lang="en-US" sz="1400" dirty="0">
                <a:latin typeface="Consolas" panose="020B0609020204030204" pitchFamily="49" charset="0"/>
              </a:rPr>
              <a:t>Explain images, containers, registries, volumes, and bind mounts</a:t>
            </a:r>
          </a:p>
          <a:p>
            <a:pPr lvl="1"/>
            <a:r>
              <a:rPr lang="en-US" sz="1400" dirty="0">
                <a:latin typeface="Consolas" panose="020B0609020204030204" pitchFamily="49" charset="0"/>
              </a:rPr>
              <a:t>Run and inspect containers</a:t>
            </a:r>
          </a:p>
          <a:p>
            <a:pPr lvl="1"/>
            <a:r>
              <a:rPr lang="en-US" sz="1400" dirty="0">
                <a:latin typeface="Consolas" panose="020B0609020204030204" pitchFamily="49" charset="0"/>
              </a:rPr>
              <a:t>Map ports and files between host and container</a:t>
            </a:r>
          </a:p>
          <a:p>
            <a:pPr lvl="1"/>
            <a:r>
              <a:rPr lang="en-US" sz="1400" dirty="0">
                <a:latin typeface="Consolas" panose="020B0609020204030204" pitchFamily="49" charset="0"/>
              </a:rPr>
              <a:t>Write a basic </a:t>
            </a:r>
            <a:r>
              <a:rPr lang="en-US" sz="1400" dirty="0" err="1">
                <a:latin typeface="Consolas" panose="020B0609020204030204" pitchFamily="49" charset="0"/>
              </a:rPr>
              <a:t>Dockerfile</a:t>
            </a:r>
            <a:endParaRPr lang="en-US" sz="1400" dirty="0">
              <a:latin typeface="Consolas" panose="020B0609020204030204" pitchFamily="49" charset="0"/>
            </a:endParaRPr>
          </a:p>
          <a:p>
            <a:pPr lvl="1"/>
            <a:r>
              <a:rPr lang="en-US" sz="1400" dirty="0">
                <a:latin typeface="Consolas" panose="020B0609020204030204" pitchFamily="49" charset="0"/>
              </a:rPr>
              <a:t>Build and tag an image</a:t>
            </a:r>
          </a:p>
          <a:p>
            <a:pPr lvl="1"/>
            <a:r>
              <a:rPr lang="en-US" sz="1400" dirty="0">
                <a:latin typeface="Consolas" panose="020B0609020204030204" pitchFamily="49" charset="0"/>
              </a:rPr>
              <a:t>Use Docker Compose for a small multi-container setup</a:t>
            </a:r>
          </a:p>
          <a:p>
            <a:pPr lvl="1"/>
            <a:r>
              <a:rPr lang="en-US" sz="1400" dirty="0">
                <a:latin typeface="Consolas" panose="020B0609020204030204" pitchFamily="49" charset="0"/>
              </a:rPr>
              <a:t>Clean up resources safely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3EE4654-E06B-E1AB-9142-DFDE1A4C5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Docker 101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66A48-AF66-0AA5-A41D-35E9DEA0F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CF2D1-AFA2-49B4-AB76-31EC814AC742}" type="datetime4">
              <a:rPr lang="en-US" smtClean="0"/>
              <a:t>October 17,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5F06D7-8693-A8F6-6E58-FC4D052F1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B60047-0F30-E7A6-E107-58B018015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2174" y="2669499"/>
            <a:ext cx="8532421" cy="36576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7544A80-D95E-879B-E54F-8AA1AD6AC9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9620" y="3931954"/>
            <a:ext cx="2743200" cy="2162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3844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1AB5C-0C4C-D189-01B7-5B3D3F9A4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326F548-5CF7-1B8B-BB38-CFB6284B8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0767" y="1809750"/>
            <a:ext cx="5770466" cy="201168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95B4647-B443-132F-C3FE-9FE479F9E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79" y="1809750"/>
            <a:ext cx="8190441" cy="4284491"/>
          </a:xfrm>
        </p:spPr>
        <p:txBody>
          <a:bodyPr/>
          <a:lstStyle/>
          <a:p>
            <a:endParaRPr lang="en-US" sz="1600" dirty="0">
              <a:latin typeface="Consolas" panose="020B0609020204030204" pitchFamily="49" charset="0"/>
            </a:endParaRPr>
          </a:p>
          <a:p>
            <a:endParaRPr lang="en-US" sz="1600" dirty="0">
              <a:latin typeface="Consolas" panose="020B0609020204030204" pitchFamily="49" charset="0"/>
            </a:endParaRPr>
          </a:p>
          <a:p>
            <a:endParaRPr lang="en-US" sz="1600" dirty="0">
              <a:latin typeface="Consolas" panose="020B0609020204030204" pitchFamily="49" charset="0"/>
            </a:endParaRPr>
          </a:p>
          <a:p>
            <a:endParaRPr lang="en-US" sz="1600" dirty="0">
              <a:latin typeface="Consolas" panose="020B0609020204030204" pitchFamily="49" charset="0"/>
            </a:endParaRP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A </a:t>
            </a:r>
            <a:r>
              <a:rPr lang="en-US" sz="1600" b="1" dirty="0" err="1">
                <a:solidFill>
                  <a:srgbClr val="F16122"/>
                </a:solidFill>
                <a:latin typeface="Consolas" panose="020B0609020204030204" pitchFamily="49" charset="0"/>
              </a:rPr>
              <a:t>Dockerfile</a:t>
            </a:r>
            <a:r>
              <a:rPr lang="en-US" sz="1600" dirty="0">
                <a:latin typeface="Consolas" panose="020B0609020204030204" pitchFamily="49" charset="0"/>
              </a:rPr>
              <a:t> is a recipe for building an image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An </a:t>
            </a:r>
            <a:r>
              <a:rPr lang="en-US" sz="1600" b="1" dirty="0">
                <a:solidFill>
                  <a:srgbClr val="F16122"/>
                </a:solidFill>
                <a:latin typeface="Consolas" panose="020B0609020204030204" pitchFamily="49" charset="0"/>
              </a:rPr>
              <a:t>image</a:t>
            </a:r>
            <a:r>
              <a:rPr lang="en-US" sz="1600" dirty="0">
                <a:latin typeface="Consolas" panose="020B0609020204030204" pitchFamily="49" charset="0"/>
              </a:rPr>
              <a:t> is a read-only packaged filesystem and configuration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A </a:t>
            </a:r>
            <a:r>
              <a:rPr lang="en-US" sz="1600" b="1" dirty="0">
                <a:solidFill>
                  <a:srgbClr val="F16122"/>
                </a:solidFill>
                <a:latin typeface="Consolas" panose="020B0609020204030204" pitchFamily="49" charset="0"/>
              </a:rPr>
              <a:t>container</a:t>
            </a:r>
            <a:r>
              <a:rPr lang="en-US" sz="1600" dirty="0">
                <a:latin typeface="Consolas" panose="020B0609020204030204" pitchFamily="49" charset="0"/>
              </a:rPr>
              <a:t> is a running or stopped instance of an image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A </a:t>
            </a:r>
            <a:r>
              <a:rPr lang="en-US" sz="1600" b="1" dirty="0">
                <a:solidFill>
                  <a:srgbClr val="F16122"/>
                </a:solidFill>
                <a:latin typeface="Consolas" panose="020B0609020204030204" pitchFamily="49" charset="0"/>
              </a:rPr>
              <a:t>registry</a:t>
            </a:r>
            <a:r>
              <a:rPr lang="en-US" sz="1600" dirty="0">
                <a:latin typeface="Consolas" panose="020B0609020204030204" pitchFamily="49" charset="0"/>
              </a:rPr>
              <a:t> stores images; Docker Hub is one example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A </a:t>
            </a:r>
            <a:r>
              <a:rPr lang="en-US" sz="1600" b="1" dirty="0">
                <a:solidFill>
                  <a:srgbClr val="F16122"/>
                </a:solidFill>
                <a:latin typeface="Consolas" panose="020B0609020204030204" pitchFamily="49" charset="0"/>
              </a:rPr>
              <a:t>volume</a:t>
            </a:r>
            <a:r>
              <a:rPr lang="en-US" sz="1600" dirty="0">
                <a:latin typeface="Consolas" panose="020B0609020204030204" pitchFamily="49" charset="0"/>
              </a:rPr>
              <a:t> stores data managed by Docker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A </a:t>
            </a:r>
            <a:r>
              <a:rPr lang="en-US" sz="1600" b="1" dirty="0">
                <a:solidFill>
                  <a:srgbClr val="F16122"/>
                </a:solidFill>
                <a:latin typeface="Consolas" panose="020B0609020204030204" pitchFamily="49" charset="0"/>
              </a:rPr>
              <a:t>bind mount </a:t>
            </a:r>
            <a:r>
              <a:rPr lang="en-US" sz="1600" dirty="0">
                <a:latin typeface="Consolas" panose="020B0609020204030204" pitchFamily="49" charset="0"/>
              </a:rPr>
              <a:t>exposes a specific host path inside a container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BC86E44-13BF-0DB0-012B-516409142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Docker 101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AF598A-96BC-A4D0-4E60-3B455A4FA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CF2D1-AFA2-49B4-AB76-31EC814AC742}" type="datetime4">
              <a:rPr lang="en-US" smtClean="0"/>
              <a:t>October 17,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A3BF99-6DDD-C5D0-BED4-AF236395C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2A7127-228D-0DFA-DEA7-4394B83A00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547706" y="2669499"/>
            <a:ext cx="8532421" cy="36576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04A3836-F400-50AF-CA7C-C1B1411535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9620" y="3931954"/>
            <a:ext cx="2743200" cy="2162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4183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DF749-3CE8-1600-8421-D5BB85B60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BD563-5E9B-4665-D061-2D7DA607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BD791-1DD1-4B30-96A2-5D129849FE1A}" type="datetime4">
              <a:rPr lang="en-US" smtClean="0"/>
              <a:t>October 17,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32622E-38A8-40C1-A200-6FA0C81E1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26A53B1-658C-F358-2DE4-C81DB6D26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11162" y="2669499"/>
            <a:ext cx="8532421" cy="3657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B220A32-008B-DF99-C89E-0195842098C4}"/>
              </a:ext>
            </a:extLst>
          </p:cNvPr>
          <p:cNvSpPr txBox="1"/>
          <p:nvPr/>
        </p:nvSpPr>
        <p:spPr>
          <a:xfrm>
            <a:off x="5465302" y="2423277"/>
            <a:ext cx="621516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solidFill>
                  <a:srgbClr val="747474"/>
                </a:solidFill>
                <a:latin typeface="Consolas" panose="020B0609020204030204" pitchFamily="49" charset="0"/>
              </a:rPr>
              <a:t>Open to questions and discussion…</a:t>
            </a:r>
            <a:endParaRPr lang="en-US" sz="2600" dirty="0">
              <a:solidFill>
                <a:srgbClr val="747474"/>
              </a:solidFill>
            </a:endParaRPr>
          </a:p>
        </p:txBody>
      </p:sp>
      <p:sp>
        <p:nvSpPr>
          <p:cNvPr id="10" name="Title 5">
            <a:extLst>
              <a:ext uri="{FF2B5EF4-FFF2-40B4-BE49-F238E27FC236}">
                <a16:creationId xmlns:a16="http://schemas.microsoft.com/office/drawing/2014/main" id="{A457026D-4F3D-5455-2699-B8E489B3D2EB}"/>
              </a:ext>
            </a:extLst>
          </p:cNvPr>
          <p:cNvSpPr txBox="1">
            <a:spLocks/>
          </p:cNvSpPr>
          <p:nvPr/>
        </p:nvSpPr>
        <p:spPr>
          <a:xfrm>
            <a:off x="2401289" y="1379391"/>
            <a:ext cx="7389421" cy="1290108"/>
          </a:xfrm>
          <a:prstGeom prst="rect">
            <a:avLst/>
          </a:prstGeom>
        </p:spPr>
        <p:txBody>
          <a:bodyPr anchor="ctr" anchorCtr="0"/>
          <a:lstStyle>
            <a:lvl1pPr algn="l" defTabSz="457200" rtl="0" eaLnBrk="1" latinLnBrk="0" hangingPunct="1">
              <a:spcBef>
                <a:spcPct val="0"/>
              </a:spcBef>
              <a:buNone/>
              <a:defRPr sz="4000" b="0" kern="1200" cap="none">
                <a:solidFill>
                  <a:srgbClr val="F1612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5400" dirty="0">
                <a:latin typeface="Consolas" panose="020B0609020204030204" pitchFamily="49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6159217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ARMLab CU-ICAR">
  <a:themeElements>
    <a:clrScheme name="Custom 2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F16122"/>
      </a:accent1>
      <a:accent2>
        <a:srgbClr val="8C8C8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F16122"/>
      </a:hlink>
      <a:folHlink>
        <a:srgbClr val="8C8C8C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41829d9-305b-4af6-8494-753a2a44d293">
      <Terms xmlns="http://schemas.microsoft.com/office/infopath/2007/PartnerControls"/>
    </lcf76f155ced4ddcb4097134ff3c332f>
    <TaxCatchAll xmlns="74a92416-d9ca-4b07-a40e-6415e67b2c5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BAD91A5A01BBC429E51CC1BBEA8DA61" ma:contentTypeVersion="16" ma:contentTypeDescription="Create a new document." ma:contentTypeScope="" ma:versionID="a485dfd4a1206114fecaadeaac90da6b">
  <xsd:schema xmlns:xsd="http://www.w3.org/2001/XMLSchema" xmlns:xs="http://www.w3.org/2001/XMLSchema" xmlns:p="http://schemas.microsoft.com/office/2006/metadata/properties" xmlns:ns2="f41829d9-305b-4af6-8494-753a2a44d293" xmlns:ns3="74a92416-d9ca-4b07-a40e-6415e67b2c58" targetNamespace="http://schemas.microsoft.com/office/2006/metadata/properties" ma:root="true" ma:fieldsID="b77b1b1b486807f6a2995e2903493891" ns2:_="" ns3:_="">
    <xsd:import namespace="f41829d9-305b-4af6-8494-753a2a44d293"/>
    <xsd:import namespace="74a92416-d9ca-4b07-a40e-6415e67b2c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1829d9-305b-4af6-8494-753a2a44d2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4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8e6246e5-a6e5-4eb2-9fa7-3646699119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a92416-d9ca-4b07-a40e-6415e67b2c5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772ad27e-5889-4279-bc4c-304d453106fb}" ma:internalName="TaxCatchAll" ma:showField="CatchAllData" ma:web="74a92416-d9ca-4b07-a40e-6415e67b2c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10BD009-5166-4D59-AABC-6785392F4B19}">
  <ds:schemaRefs>
    <ds:schemaRef ds:uri="http://purl.org/dc/elements/1.1/"/>
    <ds:schemaRef ds:uri="http://purl.org/dc/dcmitype/"/>
    <ds:schemaRef ds:uri="f41829d9-305b-4af6-8494-753a2a44d293"/>
    <ds:schemaRef ds:uri="http://schemas.microsoft.com/office/2006/documentManagement/types"/>
    <ds:schemaRef ds:uri="http://schemas.microsoft.com/office/2006/metadata/properties"/>
    <ds:schemaRef ds:uri="http://purl.org/dc/terms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74a92416-d9ca-4b07-a40e-6415e67b2c58"/>
  </ds:schemaRefs>
</ds:datastoreItem>
</file>

<file path=customXml/itemProps2.xml><?xml version="1.0" encoding="utf-8"?>
<ds:datastoreItem xmlns:ds="http://schemas.openxmlformats.org/officeDocument/2006/customXml" ds:itemID="{9365FA24-6B99-4990-BF3B-035DB5EF1E9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255F691-B6D9-4BFD-AFB8-86ACAA50BA5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41829d9-305b-4af6-8494-753a2a44d293"/>
    <ds:schemaRef ds:uri="74a92416-d9ca-4b07-a40e-6415e67b2c5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33957</TotalTime>
  <Words>581</Words>
  <Application>Microsoft Office PowerPoint</Application>
  <PresentationFormat>Widescreen</PresentationFormat>
  <Paragraphs>120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Consolas</vt:lpstr>
      <vt:lpstr>Wingdings 2</vt:lpstr>
      <vt:lpstr>Wingdings 3</vt:lpstr>
      <vt:lpstr>ARMLab CU-ICAR</vt:lpstr>
      <vt:lpstr>LAB-01 Developer Onramp</vt:lpstr>
      <vt:lpstr>Lab Outline and Expected Outcomes</vt:lpstr>
      <vt:lpstr>PowerPoint Presentation</vt:lpstr>
      <vt:lpstr>Linux 101</vt:lpstr>
      <vt:lpstr>Linux 101</vt:lpstr>
      <vt:lpstr>PowerPoint Presentation</vt:lpstr>
      <vt:lpstr>Git 101</vt:lpstr>
      <vt:lpstr>Git 101</vt:lpstr>
      <vt:lpstr>PowerPoint Presentation</vt:lpstr>
      <vt:lpstr>Docker 101</vt:lpstr>
      <vt:lpstr>Docker 101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Tanmay Samak</dc:creator>
  <cp:lastModifiedBy>Tanmay Samak</cp:lastModifiedBy>
  <cp:revision>314</cp:revision>
  <dcterms:created xsi:type="dcterms:W3CDTF">2020-04-29T07:35:04Z</dcterms:created>
  <dcterms:modified xsi:type="dcterms:W3CDTF">2026-10-17T22:39:30Z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0x0101005BAD91A5A01BBC429E51CC1BBEA8DA61</vt:lpwstr>
  </property>
  <property fmtid="{D5CDD505-2E9C-101B-9397-08002B2CF9AE}" pid="3" name="MediaServiceImageTags">
    <vt:lpwstr/>
  </property>
  <property fmtid="{D5CDD505-2E9C-101B-9397-08002B2CF9AE}" pid="4" name="Order">
    <vt:r8>300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ComplianceAssetId">
    <vt:lpwstr/>
  </property>
  <property fmtid="{D5CDD505-2E9C-101B-9397-08002B2CF9AE}" pid="10" name="TemplateUrl">
    <vt:lpwstr/>
  </property>
</Properties>
</file>